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93" r:id="rId2"/>
    <p:sldId id="291" r:id="rId3"/>
    <p:sldId id="294" r:id="rId4"/>
    <p:sldId id="292" r:id="rId5"/>
    <p:sldId id="295" r:id="rId6"/>
    <p:sldId id="296" r:id="rId7"/>
    <p:sldId id="281" r:id="rId8"/>
    <p:sldId id="282" r:id="rId9"/>
    <p:sldId id="283" r:id="rId10"/>
    <p:sldId id="284" r:id="rId11"/>
    <p:sldId id="289" r:id="rId12"/>
    <p:sldId id="286" r:id="rId13"/>
    <p:sldId id="287" r:id="rId14"/>
    <p:sldId id="288" r:id="rId15"/>
    <p:sldId id="298" r:id="rId16"/>
    <p:sldId id="299" r:id="rId17"/>
    <p:sldId id="275" r:id="rId18"/>
    <p:sldId id="276" r:id="rId19"/>
    <p:sldId id="300" r:id="rId20"/>
    <p:sldId id="301" r:id="rId21"/>
    <p:sldId id="302" r:id="rId22"/>
    <p:sldId id="2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41777F-D773-4338-AB91-0228C6610865}" v="109" dt="2026-09-23T05:12:00.2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9" autoAdjust="0"/>
    <p:restoredTop sz="86492" autoAdjust="0"/>
  </p:normalViewPr>
  <p:slideViewPr>
    <p:cSldViewPr snapToGrid="0">
      <p:cViewPr varScale="1">
        <p:scale>
          <a:sx n="48" d="100"/>
          <a:sy n="48" d="100"/>
        </p:scale>
        <p:origin x="780" y="5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a Paneru" userId="109592e82ad92d31" providerId="LiveId" clId="{DD419BE1-3242-4946-9F7F-B10F44B6E878}"/>
    <pc:docChg chg="undo custSel addSld delSld modSld sldOrd">
      <pc:chgData name="Deepa Paneru" userId="109592e82ad92d31" providerId="LiveId" clId="{DD419BE1-3242-4946-9F7F-B10F44B6E878}" dt="2026-09-23T05:15:17.405" v="2586" actId="20577"/>
      <pc:docMkLst>
        <pc:docMk/>
      </pc:docMkLst>
      <pc:sldChg chg="addSp delSp modSp del mod setBg">
        <pc:chgData name="Deepa Paneru" userId="109592e82ad92d31" providerId="LiveId" clId="{DD419BE1-3242-4946-9F7F-B10F44B6E878}" dt="2026-09-23T04:55:29.287" v="2145" actId="47"/>
        <pc:sldMkLst>
          <pc:docMk/>
          <pc:sldMk cId="2396618588" sldId="256"/>
        </pc:sldMkLst>
        <pc:spChg chg="add del mod">
          <ac:chgData name="Deepa Paneru" userId="109592e82ad92d31" providerId="LiveId" clId="{DD419BE1-3242-4946-9F7F-B10F44B6E878}" dt="2026-09-23T04:41:52.676" v="2133"/>
          <ac:spMkLst>
            <pc:docMk/>
            <pc:sldMk cId="2396618588" sldId="256"/>
            <ac:spMk id="2" creationId="{424D2AE1-CDC3-5DD1-8B6D-60548A7111E6}"/>
          </ac:spMkLst>
        </pc:spChg>
        <pc:spChg chg="mod">
          <ac:chgData name="Deepa Paneru" userId="109592e82ad92d31" providerId="LiveId" clId="{DD419BE1-3242-4946-9F7F-B10F44B6E878}" dt="2026-09-23T04:55:07.235" v="2143" actId="21"/>
          <ac:spMkLst>
            <pc:docMk/>
            <pc:sldMk cId="2396618588" sldId="256"/>
            <ac:spMk id="4" creationId="{880F80AC-EFE5-1246-63E3-7988ADEDE119}"/>
          </ac:spMkLst>
        </pc:spChg>
        <pc:spChg chg="mod">
          <ac:chgData name="Deepa Paneru" userId="109592e82ad92d31" providerId="LiveId" clId="{DD419BE1-3242-4946-9F7F-B10F44B6E878}" dt="2026-09-23T04:55:19.443" v="2144" actId="21"/>
          <ac:spMkLst>
            <pc:docMk/>
            <pc:sldMk cId="2396618588" sldId="256"/>
            <ac:spMk id="5" creationId="{7C36C4DB-D8D2-546B-A9AE-978B185D8D87}"/>
          </ac:spMkLst>
        </pc:spChg>
        <pc:spChg chg="add">
          <ac:chgData name="Deepa Paneru" userId="109592e82ad92d31" providerId="LiveId" clId="{DD419BE1-3242-4946-9F7F-B10F44B6E878}" dt="2026-09-22T03:40:10.894" v="706" actId="26606"/>
          <ac:spMkLst>
            <pc:docMk/>
            <pc:sldMk cId="2396618588" sldId="256"/>
            <ac:spMk id="10" creationId="{0E30439A-8A5B-46EC-8283-9B6B031D40D0}"/>
          </ac:spMkLst>
        </pc:spChg>
        <pc:spChg chg="add del">
          <ac:chgData name="Deepa Paneru" userId="109592e82ad92d31" providerId="LiveId" clId="{DD419BE1-3242-4946-9F7F-B10F44B6E878}" dt="2026-09-23T04:41:49.337" v="2130" actId="26606"/>
          <ac:spMkLst>
            <pc:docMk/>
            <pc:sldMk cId="2396618588" sldId="256"/>
            <ac:spMk id="12" creationId="{5CEAD642-85CF-4750-8432-7C80C901F001}"/>
          </ac:spMkLst>
        </pc:spChg>
        <pc:spChg chg="add del">
          <ac:chgData name="Deepa Paneru" userId="109592e82ad92d31" providerId="LiveId" clId="{DD419BE1-3242-4946-9F7F-B10F44B6E878}" dt="2026-09-23T04:41:49.337" v="2130" actId="26606"/>
          <ac:spMkLst>
            <pc:docMk/>
            <pc:sldMk cId="2396618588" sldId="256"/>
            <ac:spMk id="14" creationId="{FA33EEAE-15D5-4119-8C1E-89D943F911EF}"/>
          </ac:spMkLst>
        </pc:spChg>
        <pc:spChg chg="add del">
          <ac:chgData name="Deepa Paneru" userId="109592e82ad92d31" providerId="LiveId" clId="{DD419BE1-3242-4946-9F7F-B10F44B6E878}" dt="2026-09-23T04:41:49.337" v="2130" actId="26606"/>
          <ac:spMkLst>
            <pc:docMk/>
            <pc:sldMk cId="2396618588" sldId="256"/>
            <ac:spMk id="16" creationId="{730D8B3B-9B80-4025-B934-26DC7D7CD231}"/>
          </ac:spMkLst>
        </pc:spChg>
        <pc:spChg chg="add del">
          <ac:chgData name="Deepa Paneru" userId="109592e82ad92d31" providerId="LiveId" clId="{DD419BE1-3242-4946-9F7F-B10F44B6E878}" dt="2026-09-23T04:41:49.337" v="2130" actId="26606"/>
          <ac:spMkLst>
            <pc:docMk/>
            <pc:sldMk cId="2396618588" sldId="256"/>
            <ac:spMk id="18" creationId="{B5A1B09C-1565-46F8-B70F-621C5EB48A09}"/>
          </ac:spMkLst>
        </pc:spChg>
        <pc:spChg chg="add del">
          <ac:chgData name="Deepa Paneru" userId="109592e82ad92d31" providerId="LiveId" clId="{DD419BE1-3242-4946-9F7F-B10F44B6E878}" dt="2026-09-23T04:41:49.337" v="2130" actId="26606"/>
          <ac:spMkLst>
            <pc:docMk/>
            <pc:sldMk cId="2396618588" sldId="256"/>
            <ac:spMk id="20" creationId="{8C516CC8-80AC-446C-A56E-9F54B7210402}"/>
          </ac:spMkLst>
        </pc:spChg>
        <pc:spChg chg="add del">
          <ac:chgData name="Deepa Paneru" userId="109592e82ad92d31" providerId="LiveId" clId="{DD419BE1-3242-4946-9F7F-B10F44B6E878}" dt="2026-09-23T04:41:49.337" v="2130" actId="26606"/>
          <ac:spMkLst>
            <pc:docMk/>
            <pc:sldMk cId="2396618588" sldId="256"/>
            <ac:spMk id="22" creationId="{53947E58-F088-49F1-A3D1-DEA690192E84}"/>
          </ac:spMkLst>
        </pc:spChg>
        <pc:spChg chg="add del">
          <ac:chgData name="Deepa Paneru" userId="109592e82ad92d31" providerId="LiveId" clId="{DD419BE1-3242-4946-9F7F-B10F44B6E878}" dt="2026-09-23T04:41:49.337" v="2130" actId="26606"/>
          <ac:spMkLst>
            <pc:docMk/>
            <pc:sldMk cId="2396618588" sldId="256"/>
            <ac:spMk id="29" creationId="{9CF7FE1C-8BC5-4B0C-A2BC-93AB72C90FDD}"/>
          </ac:spMkLst>
        </pc:spChg>
        <pc:spChg chg="add del">
          <ac:chgData name="Deepa Paneru" userId="109592e82ad92d31" providerId="LiveId" clId="{DD419BE1-3242-4946-9F7F-B10F44B6E878}" dt="2026-09-23T04:41:49.337" v="2130" actId="26606"/>
          <ac:spMkLst>
            <pc:docMk/>
            <pc:sldMk cId="2396618588" sldId="256"/>
            <ac:spMk id="31" creationId="{B0651F5E-0457-4065-ACB2-8B81590C204B}"/>
          </ac:spMkLst>
        </pc:spChg>
      </pc:sldChg>
      <pc:sldChg chg="addSp delSp modSp del mod setBg">
        <pc:chgData name="Deepa Paneru" userId="109592e82ad92d31" providerId="LiveId" clId="{DD419BE1-3242-4946-9F7F-B10F44B6E878}" dt="2026-09-22T16:53:00.752" v="915" actId="47"/>
        <pc:sldMkLst>
          <pc:docMk/>
          <pc:sldMk cId="1512267598" sldId="257"/>
        </pc:sldMkLst>
        <pc:spChg chg="mod">
          <ac:chgData name="Deepa Paneru" userId="109592e82ad92d31" providerId="LiveId" clId="{DD419BE1-3242-4946-9F7F-B10F44B6E878}" dt="2026-09-22T03:40:52.047" v="709" actId="26606"/>
          <ac:spMkLst>
            <pc:docMk/>
            <pc:sldMk cId="1512267598" sldId="257"/>
            <ac:spMk id="2" creationId="{F450D58E-CC28-7BE1-4A3C-076766EADE07}"/>
          </ac:spMkLst>
        </pc:spChg>
        <pc:spChg chg="add del">
          <ac:chgData name="Deepa Paneru" userId="109592e82ad92d31" providerId="LiveId" clId="{DD419BE1-3242-4946-9F7F-B10F44B6E878}" dt="2026-09-22T03:40:52.047" v="709" actId="26606"/>
          <ac:spMkLst>
            <pc:docMk/>
            <pc:sldMk cId="1512267598" sldId="257"/>
            <ac:spMk id="9" creationId="{1A9F7B4E-B03D-4F64-BE33-00D074458D45}"/>
          </ac:spMkLst>
        </pc:spChg>
        <pc:spChg chg="add del">
          <ac:chgData name="Deepa Paneru" userId="109592e82ad92d31" providerId="LiveId" clId="{DD419BE1-3242-4946-9F7F-B10F44B6E878}" dt="2026-09-22T03:40:52.047" v="709" actId="26606"/>
          <ac:spMkLst>
            <pc:docMk/>
            <pc:sldMk cId="1512267598" sldId="257"/>
            <ac:spMk id="11" creationId="{7E2BE7F7-CA89-4002-ACCE-A478AEA24F5E}"/>
          </ac:spMkLst>
        </pc:spChg>
        <pc:spChg chg="add">
          <ac:chgData name="Deepa Paneru" userId="109592e82ad92d31" providerId="LiveId" clId="{DD419BE1-3242-4946-9F7F-B10F44B6E878}" dt="2026-09-22T03:40:52.107" v="710" actId="26606"/>
          <ac:spMkLst>
            <pc:docMk/>
            <pc:sldMk cId="1512267598" sldId="257"/>
            <ac:spMk id="13" creationId="{29FDB030-9B49-4CED-8CCD-4D99382388AC}"/>
          </ac:spMkLst>
        </pc:spChg>
        <pc:spChg chg="add">
          <ac:chgData name="Deepa Paneru" userId="109592e82ad92d31" providerId="LiveId" clId="{DD419BE1-3242-4946-9F7F-B10F44B6E878}" dt="2026-09-22T03:40:52.107" v="710" actId="26606"/>
          <ac:spMkLst>
            <pc:docMk/>
            <pc:sldMk cId="1512267598" sldId="257"/>
            <ac:spMk id="14" creationId="{F3060C83-F051-4F0E-ABAD-AA0DFC48B218}"/>
          </ac:spMkLst>
        </pc:spChg>
        <pc:spChg chg="add">
          <ac:chgData name="Deepa Paneru" userId="109592e82ad92d31" providerId="LiveId" clId="{DD419BE1-3242-4946-9F7F-B10F44B6E878}" dt="2026-09-22T03:40:52.107" v="710" actId="26606"/>
          <ac:spMkLst>
            <pc:docMk/>
            <pc:sldMk cId="1512267598" sldId="257"/>
            <ac:spMk id="15" creationId="{3783CA14-24A1-485C-8B30-D6A5D87987AD}"/>
          </ac:spMkLst>
        </pc:spChg>
        <pc:spChg chg="add">
          <ac:chgData name="Deepa Paneru" userId="109592e82ad92d31" providerId="LiveId" clId="{DD419BE1-3242-4946-9F7F-B10F44B6E878}" dt="2026-09-22T03:40:52.107" v="710" actId="26606"/>
          <ac:spMkLst>
            <pc:docMk/>
            <pc:sldMk cId="1512267598" sldId="257"/>
            <ac:spMk id="16" creationId="{83C98ABE-055B-441F-B07E-44F97F083C39}"/>
          </ac:spMkLst>
        </pc:spChg>
        <pc:spChg chg="add">
          <ac:chgData name="Deepa Paneru" userId="109592e82ad92d31" providerId="LiveId" clId="{DD419BE1-3242-4946-9F7F-B10F44B6E878}" dt="2026-09-22T03:40:52.107" v="710" actId="26606"/>
          <ac:spMkLst>
            <pc:docMk/>
            <pc:sldMk cId="1512267598" sldId="257"/>
            <ac:spMk id="17" creationId="{9A97C86A-04D6-40F7-AE84-31AB43E6A846}"/>
          </ac:spMkLst>
        </pc:spChg>
        <pc:spChg chg="add">
          <ac:chgData name="Deepa Paneru" userId="109592e82ad92d31" providerId="LiveId" clId="{DD419BE1-3242-4946-9F7F-B10F44B6E878}" dt="2026-09-22T03:40:52.107" v="710" actId="26606"/>
          <ac:spMkLst>
            <pc:docMk/>
            <pc:sldMk cId="1512267598" sldId="257"/>
            <ac:spMk id="19" creationId="{FF9F2414-84E8-453E-B1F3-389FDE8192D9}"/>
          </ac:spMkLst>
        </pc:spChg>
        <pc:spChg chg="add">
          <ac:chgData name="Deepa Paneru" userId="109592e82ad92d31" providerId="LiveId" clId="{DD419BE1-3242-4946-9F7F-B10F44B6E878}" dt="2026-09-22T03:40:52.107" v="710" actId="26606"/>
          <ac:spMkLst>
            <pc:docMk/>
            <pc:sldMk cId="1512267598" sldId="257"/>
            <ac:spMk id="21" creationId="{3ECA69A1-7536-43AC-85EF-C7106179F5ED}"/>
          </ac:spMkLst>
        </pc:spChg>
        <pc:graphicFrameChg chg="mod modGraphic">
          <ac:chgData name="Deepa Paneru" userId="109592e82ad92d31" providerId="LiveId" clId="{DD419BE1-3242-4946-9F7F-B10F44B6E878}" dt="2026-09-22T16:52:50.138" v="913"/>
          <ac:graphicFrameMkLst>
            <pc:docMk/>
            <pc:sldMk cId="1512267598" sldId="257"/>
            <ac:graphicFrameMk id="4" creationId="{D6332E3D-1075-A469-A376-C5129C302AC9}"/>
          </ac:graphicFrameMkLst>
        </pc:graphicFrameChg>
      </pc:sldChg>
      <pc:sldChg chg="addSp delSp modSp del mod setBg">
        <pc:chgData name="Deepa Paneru" userId="109592e82ad92d31" providerId="LiveId" clId="{DD419BE1-3242-4946-9F7F-B10F44B6E878}" dt="2026-09-23T05:02:06.863" v="2243" actId="47"/>
        <pc:sldMkLst>
          <pc:docMk/>
          <pc:sldMk cId="3464293563" sldId="258"/>
        </pc:sldMkLst>
        <pc:spChg chg="mod">
          <ac:chgData name="Deepa Paneru" userId="109592e82ad92d31" providerId="LiveId" clId="{DD419BE1-3242-4946-9F7F-B10F44B6E878}" dt="2026-09-22T17:56:55.139" v="2115" actId="20577"/>
          <ac:spMkLst>
            <pc:docMk/>
            <pc:sldMk cId="3464293563" sldId="258"/>
            <ac:spMk id="2" creationId="{FC285EA2-6F89-C2FC-A997-C5307A4E67ED}"/>
          </ac:spMkLst>
        </pc:spChg>
        <pc:spChg chg="add mod">
          <ac:chgData name="Deepa Paneru" userId="109592e82ad92d31" providerId="LiveId" clId="{DD419BE1-3242-4946-9F7F-B10F44B6E878}" dt="2026-09-22T09:38:21.206" v="756" actId="767"/>
          <ac:spMkLst>
            <pc:docMk/>
            <pc:sldMk cId="3464293563" sldId="258"/>
            <ac:spMk id="3" creationId="{40AD675F-11F0-2331-400F-3B2DA346E0C7}"/>
          </ac:spMkLst>
        </pc:spChg>
        <pc:spChg chg="add mod">
          <ac:chgData name="Deepa Paneru" userId="109592e82ad92d31" providerId="LiveId" clId="{DD419BE1-3242-4946-9F7F-B10F44B6E878}" dt="2026-09-23T05:02:03.702" v="2242" actId="21"/>
          <ac:spMkLst>
            <pc:docMk/>
            <pc:sldMk cId="3464293563" sldId="258"/>
            <ac:spMk id="4" creationId="{ECDC5285-F165-BF9A-D208-24342D3FBF48}"/>
          </ac:spMkLst>
        </pc:spChg>
        <pc:spChg chg="del">
          <ac:chgData name="Deepa Paneru" userId="109592e82ad92d31" providerId="LiveId" clId="{DD419BE1-3242-4946-9F7F-B10F44B6E878}" dt="2026-09-22T03:40:24.001" v="707" actId="26606"/>
          <ac:spMkLst>
            <pc:docMk/>
            <pc:sldMk cId="3464293563" sldId="258"/>
            <ac:spMk id="7" creationId="{0C2402D6-14A4-957A-C83B-10BB0C5AA6AB}"/>
          </ac:spMkLst>
        </pc:spChg>
        <pc:spChg chg="add del">
          <ac:chgData name="Deepa Paneru" userId="109592e82ad92d31" providerId="LiveId" clId="{DD419BE1-3242-4946-9F7F-B10F44B6E878}" dt="2026-09-22T09:38:26.381" v="758" actId="26606"/>
          <ac:spMkLst>
            <pc:docMk/>
            <pc:sldMk cId="3464293563" sldId="258"/>
            <ac:spMk id="13" creationId="{BACC6370-2D7E-4714-9D71-7542949D7D5D}"/>
          </ac:spMkLst>
        </pc:spChg>
        <pc:spChg chg="add del">
          <ac:chgData name="Deepa Paneru" userId="109592e82ad92d31" providerId="LiveId" clId="{DD419BE1-3242-4946-9F7F-B10F44B6E878}" dt="2026-09-22T09:38:26.381" v="758" actId="26606"/>
          <ac:spMkLst>
            <pc:docMk/>
            <pc:sldMk cId="3464293563" sldId="258"/>
            <ac:spMk id="15" creationId="{F68B3F68-107C-434F-AA38-110D5EA91B85}"/>
          </ac:spMkLst>
        </pc:spChg>
        <pc:spChg chg="add del">
          <ac:chgData name="Deepa Paneru" userId="109592e82ad92d31" providerId="LiveId" clId="{DD419BE1-3242-4946-9F7F-B10F44B6E878}" dt="2026-09-22T09:38:26.381" v="758" actId="26606"/>
          <ac:spMkLst>
            <pc:docMk/>
            <pc:sldMk cId="3464293563" sldId="258"/>
            <ac:spMk id="17" creationId="{AAD0DBB9-1A4B-4391-81D4-CB19F9AB918A}"/>
          </ac:spMkLst>
        </pc:spChg>
        <pc:spChg chg="add del">
          <ac:chgData name="Deepa Paneru" userId="109592e82ad92d31" providerId="LiveId" clId="{DD419BE1-3242-4946-9F7F-B10F44B6E878}" dt="2026-09-22T09:38:26.381" v="758" actId="26606"/>
          <ac:spMkLst>
            <pc:docMk/>
            <pc:sldMk cId="3464293563" sldId="258"/>
            <ac:spMk id="19" creationId="{063BBA22-50EA-4C4D-BE05-F1CE4E63AA56}"/>
          </ac:spMkLst>
        </pc:spChg>
        <pc:spChg chg="add del">
          <ac:chgData name="Deepa Paneru" userId="109592e82ad92d31" providerId="LiveId" clId="{DD419BE1-3242-4946-9F7F-B10F44B6E878}" dt="2026-09-22T09:14:06.145" v="741" actId="26606"/>
          <ac:spMkLst>
            <pc:docMk/>
            <pc:sldMk cId="3464293563" sldId="258"/>
            <ac:spMk id="24" creationId="{2659FDB4-FCBE-4A89-B46D-43D4FA54464D}"/>
          </ac:spMkLst>
        </pc:spChg>
        <pc:spChg chg="add del">
          <ac:chgData name="Deepa Paneru" userId="109592e82ad92d31" providerId="LiveId" clId="{DD419BE1-3242-4946-9F7F-B10F44B6E878}" dt="2026-09-22T09:38:26.381" v="758" actId="26606"/>
          <ac:spMkLst>
            <pc:docMk/>
            <pc:sldMk cId="3464293563" sldId="258"/>
            <ac:spMk id="28" creationId="{BACC6370-2D7E-4714-9D71-7542949D7D5D}"/>
          </ac:spMkLst>
        </pc:spChg>
        <pc:spChg chg="add del">
          <ac:chgData name="Deepa Paneru" userId="109592e82ad92d31" providerId="LiveId" clId="{DD419BE1-3242-4946-9F7F-B10F44B6E878}" dt="2026-09-22T09:38:26.381" v="758" actId="26606"/>
          <ac:spMkLst>
            <pc:docMk/>
            <pc:sldMk cId="3464293563" sldId="258"/>
            <ac:spMk id="29" creationId="{F68B3F68-107C-434F-AA38-110D5EA91B85}"/>
          </ac:spMkLst>
        </pc:spChg>
        <pc:spChg chg="add del">
          <ac:chgData name="Deepa Paneru" userId="109592e82ad92d31" providerId="LiveId" clId="{DD419BE1-3242-4946-9F7F-B10F44B6E878}" dt="2026-09-22T09:38:26.381" v="758" actId="26606"/>
          <ac:spMkLst>
            <pc:docMk/>
            <pc:sldMk cId="3464293563" sldId="258"/>
            <ac:spMk id="30" creationId="{AAD0DBB9-1A4B-4391-81D4-CB19F9AB918A}"/>
          </ac:spMkLst>
        </pc:spChg>
        <pc:spChg chg="add del">
          <ac:chgData name="Deepa Paneru" userId="109592e82ad92d31" providerId="LiveId" clId="{DD419BE1-3242-4946-9F7F-B10F44B6E878}" dt="2026-09-22T09:38:26.381" v="758" actId="26606"/>
          <ac:spMkLst>
            <pc:docMk/>
            <pc:sldMk cId="3464293563" sldId="258"/>
            <ac:spMk id="31" creationId="{063BBA22-50EA-4C4D-BE05-F1CE4E63AA56}"/>
          </ac:spMkLst>
        </pc:spChg>
        <pc:graphicFrameChg chg="add del mod modGraphic">
          <ac:chgData name="Deepa Paneru" userId="109592e82ad92d31" providerId="LiveId" clId="{DD419BE1-3242-4946-9F7F-B10F44B6E878}" dt="2026-09-22T12:09:11.197" v="770" actId="478"/>
          <ac:graphicFrameMkLst>
            <pc:docMk/>
            <pc:sldMk cId="3464293563" sldId="258"/>
            <ac:graphicFrameMk id="9" creationId="{1EFABAA8-2AA2-FC57-DF08-62802EE44DAA}"/>
          </ac:graphicFrameMkLst>
        </pc:graphicFrameChg>
        <pc:cxnChg chg="add del">
          <ac:chgData name="Deepa Paneru" userId="109592e82ad92d31" providerId="LiveId" clId="{DD419BE1-3242-4946-9F7F-B10F44B6E878}" dt="2026-09-22T09:14:06.145" v="741" actId="26606"/>
          <ac:cxnSpMkLst>
            <pc:docMk/>
            <pc:sldMk cId="3464293563" sldId="258"/>
            <ac:cxnSpMk id="26" creationId="{C8F51B3F-8331-4E4A-AE96-D47B1006EEAD}"/>
          </ac:cxnSpMkLst>
        </pc:cxnChg>
      </pc:sldChg>
      <pc:sldChg chg="addSp delSp modSp del mod setBg">
        <pc:chgData name="Deepa Paneru" userId="109592e82ad92d31" providerId="LiveId" clId="{DD419BE1-3242-4946-9F7F-B10F44B6E878}" dt="2026-09-23T05:02:54.057" v="2259" actId="47"/>
        <pc:sldMkLst>
          <pc:docMk/>
          <pc:sldMk cId="1207877086" sldId="259"/>
        </pc:sldMkLst>
        <pc:spChg chg="mod">
          <ac:chgData name="Deepa Paneru" userId="109592e82ad92d31" providerId="LiveId" clId="{DD419BE1-3242-4946-9F7F-B10F44B6E878}" dt="2026-09-22T16:56:28.494" v="1036" actId="122"/>
          <ac:spMkLst>
            <pc:docMk/>
            <pc:sldMk cId="1207877086" sldId="259"/>
            <ac:spMk id="2" creationId="{0200BB8A-087C-BF69-D9DA-536B029B1D21}"/>
          </ac:spMkLst>
        </pc:spChg>
        <pc:spChg chg="mod">
          <ac:chgData name="Deepa Paneru" userId="109592e82ad92d31" providerId="LiveId" clId="{DD419BE1-3242-4946-9F7F-B10F44B6E878}" dt="2026-09-23T05:02:48.357" v="2258" actId="21"/>
          <ac:spMkLst>
            <pc:docMk/>
            <pc:sldMk cId="1207877086" sldId="259"/>
            <ac:spMk id="3" creationId="{3AC2308F-CBD6-E8AC-29C5-356E6ED6703A}"/>
          </ac:spMkLst>
        </pc:spChg>
        <pc:spChg chg="add">
          <ac:chgData name="Deepa Paneru" userId="109592e82ad92d31" providerId="LiveId" clId="{DD419BE1-3242-4946-9F7F-B10F44B6E878}" dt="2026-09-22T03:41:14.643" v="711" actId="26606"/>
          <ac:spMkLst>
            <pc:docMk/>
            <pc:sldMk cId="1207877086" sldId="259"/>
            <ac:spMk id="8" creationId="{09588DA8-065E-4F6F-8EFD-43104AB2E0CF}"/>
          </ac:spMkLst>
        </pc:spChg>
        <pc:spChg chg="add del">
          <ac:chgData name="Deepa Paneru" userId="109592e82ad92d31" providerId="LiveId" clId="{DD419BE1-3242-4946-9F7F-B10F44B6E878}" dt="2026-09-22T16:56:19.913" v="1035" actId="26606"/>
          <ac:spMkLst>
            <pc:docMk/>
            <pc:sldMk cId="1207877086" sldId="259"/>
            <ac:spMk id="10" creationId="{C4285719-470E-454C-AF62-8323075F1F5B}"/>
          </ac:spMkLst>
        </pc:spChg>
        <pc:spChg chg="add del">
          <ac:chgData name="Deepa Paneru" userId="109592e82ad92d31" providerId="LiveId" clId="{DD419BE1-3242-4946-9F7F-B10F44B6E878}" dt="2026-09-22T16:56:19.913" v="1035" actId="26606"/>
          <ac:spMkLst>
            <pc:docMk/>
            <pc:sldMk cId="1207877086" sldId="259"/>
            <ac:spMk id="12" creationId="{CD9FE4EF-C4D8-49A0-B2FF-81D8DB7D8A24}"/>
          </ac:spMkLst>
        </pc:spChg>
        <pc:spChg chg="add">
          <ac:chgData name="Deepa Paneru" userId="109592e82ad92d31" providerId="LiveId" clId="{DD419BE1-3242-4946-9F7F-B10F44B6E878}" dt="2026-09-22T03:41:14.643" v="711" actId="26606"/>
          <ac:spMkLst>
            <pc:docMk/>
            <pc:sldMk cId="1207877086" sldId="259"/>
            <ac:spMk id="14" creationId="{4300840D-0A0B-4512-BACA-B439D5B9C57C}"/>
          </ac:spMkLst>
        </pc:spChg>
        <pc:spChg chg="add del">
          <ac:chgData name="Deepa Paneru" userId="109592e82ad92d31" providerId="LiveId" clId="{DD419BE1-3242-4946-9F7F-B10F44B6E878}" dt="2026-09-22T16:56:19.913" v="1035" actId="26606"/>
          <ac:spMkLst>
            <pc:docMk/>
            <pc:sldMk cId="1207877086" sldId="259"/>
            <ac:spMk id="16" creationId="{D2B78728-A580-49A7-84F9-6EF6F583ADE0}"/>
          </ac:spMkLst>
        </pc:spChg>
        <pc:spChg chg="add del">
          <ac:chgData name="Deepa Paneru" userId="109592e82ad92d31" providerId="LiveId" clId="{DD419BE1-3242-4946-9F7F-B10F44B6E878}" dt="2026-09-22T16:56:19.913" v="1035" actId="26606"/>
          <ac:spMkLst>
            <pc:docMk/>
            <pc:sldMk cId="1207877086" sldId="259"/>
            <ac:spMk id="18" creationId="{38FAA1A1-D861-433F-88FA-1E9D6FD31D11}"/>
          </ac:spMkLst>
        </pc:spChg>
        <pc:spChg chg="add">
          <ac:chgData name="Deepa Paneru" userId="109592e82ad92d31" providerId="LiveId" clId="{DD419BE1-3242-4946-9F7F-B10F44B6E878}" dt="2026-09-22T03:41:14.643" v="711" actId="26606"/>
          <ac:spMkLst>
            <pc:docMk/>
            <pc:sldMk cId="1207877086" sldId="259"/>
            <ac:spMk id="20" creationId="{8D71EDA1-87BF-4D5D-AB79-F346FD19278A}"/>
          </ac:spMkLst>
        </pc:spChg>
        <pc:spChg chg="add">
          <ac:chgData name="Deepa Paneru" userId="109592e82ad92d31" providerId="LiveId" clId="{DD419BE1-3242-4946-9F7F-B10F44B6E878}" dt="2026-09-22T16:56:19.913" v="1035" actId="26606"/>
          <ac:spMkLst>
            <pc:docMk/>
            <pc:sldMk cId="1207877086" sldId="259"/>
            <ac:spMk id="25" creationId="{1B15ED52-F352-441B-82BF-E0EA34836D08}"/>
          </ac:spMkLst>
        </pc:spChg>
        <pc:spChg chg="add">
          <ac:chgData name="Deepa Paneru" userId="109592e82ad92d31" providerId="LiveId" clId="{DD419BE1-3242-4946-9F7F-B10F44B6E878}" dt="2026-09-22T16:56:19.913" v="1035" actId="26606"/>
          <ac:spMkLst>
            <pc:docMk/>
            <pc:sldMk cId="1207877086" sldId="259"/>
            <ac:spMk id="27" creationId="{3B2E3793-BFE6-45A2-9B7B-E18844431C99}"/>
          </ac:spMkLst>
        </pc:spChg>
        <pc:spChg chg="add">
          <ac:chgData name="Deepa Paneru" userId="109592e82ad92d31" providerId="LiveId" clId="{DD419BE1-3242-4946-9F7F-B10F44B6E878}" dt="2026-09-22T16:56:19.913" v="1035" actId="26606"/>
          <ac:spMkLst>
            <pc:docMk/>
            <pc:sldMk cId="1207877086" sldId="259"/>
            <ac:spMk id="29" creationId="{BC4C4868-CB8F-4AF9-9CDB-8108F2C19B67}"/>
          </ac:spMkLst>
        </pc:spChg>
        <pc:spChg chg="add">
          <ac:chgData name="Deepa Paneru" userId="109592e82ad92d31" providerId="LiveId" clId="{DD419BE1-3242-4946-9F7F-B10F44B6E878}" dt="2026-09-22T16:56:19.913" v="1035" actId="26606"/>
          <ac:spMkLst>
            <pc:docMk/>
            <pc:sldMk cId="1207877086" sldId="259"/>
            <ac:spMk id="33" creationId="{53E5B1A8-3AC9-4BD1-9BBC-78CA94F2D1BA}"/>
          </ac:spMkLst>
        </pc:spChg>
      </pc:sldChg>
      <pc:sldChg chg="addSp delSp modSp del mod setBg">
        <pc:chgData name="Deepa Paneru" userId="109592e82ad92d31" providerId="LiveId" clId="{DD419BE1-3242-4946-9F7F-B10F44B6E878}" dt="2026-09-23T05:03:43.771" v="2295" actId="47"/>
        <pc:sldMkLst>
          <pc:docMk/>
          <pc:sldMk cId="712853648" sldId="260"/>
        </pc:sldMkLst>
        <pc:spChg chg="mod">
          <ac:chgData name="Deepa Paneru" userId="109592e82ad92d31" providerId="LiveId" clId="{DD419BE1-3242-4946-9F7F-B10F44B6E878}" dt="2026-09-22T17:18:04.494" v="1328" actId="14100"/>
          <ac:spMkLst>
            <pc:docMk/>
            <pc:sldMk cId="712853648" sldId="260"/>
            <ac:spMk id="2" creationId="{456C08C5-B4DF-EDAC-A7F1-3167FD3CE68C}"/>
          </ac:spMkLst>
        </pc:spChg>
        <pc:spChg chg="add mod">
          <ac:chgData name="Deepa Paneru" userId="109592e82ad92d31" providerId="LiveId" clId="{DD419BE1-3242-4946-9F7F-B10F44B6E878}" dt="2026-09-22T17:09:31.624" v="1177" actId="5793"/>
          <ac:spMkLst>
            <pc:docMk/>
            <pc:sldMk cId="712853648" sldId="260"/>
            <ac:spMk id="4" creationId="{CCC6732A-14F1-835E-07B7-62F8FCA3FDBF}"/>
          </ac:spMkLst>
        </pc:spChg>
        <pc:spChg chg="add del">
          <ac:chgData name="Deepa Paneru" userId="109592e82ad92d31" providerId="LiveId" clId="{DD419BE1-3242-4946-9F7F-B10F44B6E878}" dt="2026-09-22T03:42:03.556" v="716" actId="26606"/>
          <ac:spMkLst>
            <pc:docMk/>
            <pc:sldMk cId="712853648" sldId="260"/>
            <ac:spMk id="11" creationId="{A4AC5506-6312-4701-8D3C-40187889A947}"/>
          </ac:spMkLst>
        </pc:spChg>
        <pc:spChg chg="add">
          <ac:chgData name="Deepa Paneru" userId="109592e82ad92d31" providerId="LiveId" clId="{DD419BE1-3242-4946-9F7F-B10F44B6E878}" dt="2026-09-22T03:42:03.556" v="716" actId="26606"/>
          <ac:spMkLst>
            <pc:docMk/>
            <pc:sldMk cId="712853648" sldId="260"/>
            <ac:spMk id="16" creationId="{A8384FB5-9ADC-4DDC-881B-597D56F5B15D}"/>
          </ac:spMkLst>
        </pc:spChg>
        <pc:spChg chg="add">
          <ac:chgData name="Deepa Paneru" userId="109592e82ad92d31" providerId="LiveId" clId="{DD419BE1-3242-4946-9F7F-B10F44B6E878}" dt="2026-09-22T03:42:03.556" v="716" actId="26606"/>
          <ac:spMkLst>
            <pc:docMk/>
            <pc:sldMk cId="712853648" sldId="260"/>
            <ac:spMk id="18" creationId="{1199E1B1-A8C0-4FE8-A5A8-1CB41D69F857}"/>
          </ac:spMkLst>
        </pc:spChg>
        <pc:spChg chg="add">
          <ac:chgData name="Deepa Paneru" userId="109592e82ad92d31" providerId="LiveId" clId="{DD419BE1-3242-4946-9F7F-B10F44B6E878}" dt="2026-09-22T03:42:03.556" v="716" actId="26606"/>
          <ac:spMkLst>
            <pc:docMk/>
            <pc:sldMk cId="712853648" sldId="260"/>
            <ac:spMk id="20" creationId="{84A8DE83-DE75-4B41-9DB4-A7EC0B0DEC0B}"/>
          </ac:spMkLst>
        </pc:spChg>
        <pc:spChg chg="add">
          <ac:chgData name="Deepa Paneru" userId="109592e82ad92d31" providerId="LiveId" clId="{DD419BE1-3242-4946-9F7F-B10F44B6E878}" dt="2026-09-22T03:42:03.556" v="716" actId="26606"/>
          <ac:spMkLst>
            <pc:docMk/>
            <pc:sldMk cId="712853648" sldId="260"/>
            <ac:spMk id="22" creationId="{A7009A0A-BEF5-4EAC-AF15-E4F9F002E239}"/>
          </ac:spMkLst>
        </pc:spChg>
        <pc:picChg chg="del mod">
          <ac:chgData name="Deepa Paneru" userId="109592e82ad92d31" providerId="LiveId" clId="{DD419BE1-3242-4946-9F7F-B10F44B6E878}" dt="2026-09-22T16:58:02.201" v="1039" actId="478"/>
          <ac:picMkLst>
            <pc:docMk/>
            <pc:sldMk cId="712853648" sldId="260"/>
            <ac:picMk id="6" creationId="{54BF5CCC-6E45-EAFF-6B0F-CAA7A930257E}"/>
          </ac:picMkLst>
        </pc:picChg>
        <pc:picChg chg="add del mod">
          <ac:chgData name="Deepa Paneru" userId="109592e82ad92d31" providerId="LiveId" clId="{DD419BE1-3242-4946-9F7F-B10F44B6E878}" dt="2026-09-22T16:58:44.923" v="1042" actId="478"/>
          <ac:picMkLst>
            <pc:docMk/>
            <pc:sldMk cId="712853648" sldId="260"/>
            <ac:picMk id="7" creationId="{B03E8B81-EB6E-700F-FE97-068C18C7C68B}"/>
          </ac:picMkLst>
        </pc:picChg>
        <pc:picChg chg="add del mod">
          <ac:chgData name="Deepa Paneru" userId="109592e82ad92d31" providerId="LiveId" clId="{DD419BE1-3242-4946-9F7F-B10F44B6E878}" dt="2026-09-23T05:03:12.964" v="2263" actId="21"/>
          <ac:picMkLst>
            <pc:docMk/>
            <pc:sldMk cId="712853648" sldId="260"/>
            <ac:picMk id="9" creationId="{99C40F3D-5E42-30BF-D4EB-83C86F230631}"/>
          </ac:picMkLst>
        </pc:picChg>
      </pc:sldChg>
      <pc:sldChg chg="addSp delSp modSp del mod setBg">
        <pc:chgData name="Deepa Paneru" userId="109592e82ad92d31" providerId="LiveId" clId="{DD419BE1-3242-4946-9F7F-B10F44B6E878}" dt="2026-09-22T17:05:02.570" v="1118" actId="47"/>
        <pc:sldMkLst>
          <pc:docMk/>
          <pc:sldMk cId="3195303090" sldId="261"/>
        </pc:sldMkLst>
        <pc:spChg chg="mod">
          <ac:chgData name="Deepa Paneru" userId="109592e82ad92d31" providerId="LiveId" clId="{DD419BE1-3242-4946-9F7F-B10F44B6E878}" dt="2026-09-22T17:02:16.503" v="1083" actId="122"/>
          <ac:spMkLst>
            <pc:docMk/>
            <pc:sldMk cId="3195303090" sldId="261"/>
            <ac:spMk id="2" creationId="{F74057C6-FABE-CFD5-1376-5B04BA8D1328}"/>
          </ac:spMkLst>
        </pc:spChg>
        <pc:spChg chg="add del mod">
          <ac:chgData name="Deepa Paneru" userId="109592e82ad92d31" providerId="LiveId" clId="{DD419BE1-3242-4946-9F7F-B10F44B6E878}" dt="2026-09-22T03:41:47.619" v="715" actId="26606"/>
          <ac:spMkLst>
            <pc:docMk/>
            <pc:sldMk cId="3195303090" sldId="261"/>
            <ac:spMk id="3" creationId="{E0C3028B-6A14-F8FC-BF20-85EC62DB4F14}"/>
          </ac:spMkLst>
        </pc:spChg>
        <pc:spChg chg="add del">
          <ac:chgData name="Deepa Paneru" userId="109592e82ad92d31" providerId="LiveId" clId="{DD419BE1-3242-4946-9F7F-B10F44B6E878}" dt="2026-09-22T03:41:47.537" v="714" actId="26606"/>
          <ac:spMkLst>
            <pc:docMk/>
            <pc:sldMk cId="3195303090" sldId="261"/>
            <ac:spMk id="9" creationId="{BACC6370-2D7E-4714-9D71-7542949D7D5D}"/>
          </ac:spMkLst>
        </pc:spChg>
        <pc:spChg chg="add del">
          <ac:chgData name="Deepa Paneru" userId="109592e82ad92d31" providerId="LiveId" clId="{DD419BE1-3242-4946-9F7F-B10F44B6E878}" dt="2026-09-22T03:41:47.537" v="714" actId="26606"/>
          <ac:spMkLst>
            <pc:docMk/>
            <pc:sldMk cId="3195303090" sldId="261"/>
            <ac:spMk id="11" creationId="{F68B3F68-107C-434F-AA38-110D5EA91B85}"/>
          </ac:spMkLst>
        </pc:spChg>
        <pc:spChg chg="add del">
          <ac:chgData name="Deepa Paneru" userId="109592e82ad92d31" providerId="LiveId" clId="{DD419BE1-3242-4946-9F7F-B10F44B6E878}" dt="2026-09-22T03:41:47.537" v="714" actId="26606"/>
          <ac:spMkLst>
            <pc:docMk/>
            <pc:sldMk cId="3195303090" sldId="261"/>
            <ac:spMk id="13" creationId="{AAD0DBB9-1A4B-4391-81D4-CB19F9AB918A}"/>
          </ac:spMkLst>
        </pc:spChg>
        <pc:spChg chg="add del">
          <ac:chgData name="Deepa Paneru" userId="109592e82ad92d31" providerId="LiveId" clId="{DD419BE1-3242-4946-9F7F-B10F44B6E878}" dt="2026-09-22T03:41:47.537" v="714" actId="26606"/>
          <ac:spMkLst>
            <pc:docMk/>
            <pc:sldMk cId="3195303090" sldId="261"/>
            <ac:spMk id="15" creationId="{063BBA22-50EA-4C4D-BE05-F1CE4E63AA56}"/>
          </ac:spMkLst>
        </pc:spChg>
        <pc:spChg chg="add del">
          <ac:chgData name="Deepa Paneru" userId="109592e82ad92d31" providerId="LiveId" clId="{DD419BE1-3242-4946-9F7F-B10F44B6E878}" dt="2026-09-22T17:01:45.746" v="1082" actId="26606"/>
          <ac:spMkLst>
            <pc:docMk/>
            <pc:sldMk cId="3195303090" sldId="261"/>
            <ac:spMk id="17" creationId="{AE2B703B-46F9-481A-A605-82E2A828C4FA}"/>
          </ac:spMkLst>
        </pc:spChg>
        <pc:spChg chg="add del">
          <ac:chgData name="Deepa Paneru" userId="109592e82ad92d31" providerId="LiveId" clId="{DD419BE1-3242-4946-9F7F-B10F44B6E878}" dt="2026-09-22T17:01:45.746" v="1082" actId="26606"/>
          <ac:spMkLst>
            <pc:docMk/>
            <pc:sldMk cId="3195303090" sldId="261"/>
            <ac:spMk id="18" creationId="{F13BE4D7-0C3D-4906-B230-A1C5B4665CCF}"/>
          </ac:spMkLst>
        </pc:spChg>
        <pc:spChg chg="add del">
          <ac:chgData name="Deepa Paneru" userId="109592e82ad92d31" providerId="LiveId" clId="{DD419BE1-3242-4946-9F7F-B10F44B6E878}" dt="2026-09-22T03:42:37.425" v="720" actId="26606"/>
          <ac:spMkLst>
            <pc:docMk/>
            <pc:sldMk cId="3195303090" sldId="261"/>
            <ac:spMk id="21" creationId="{955A2079-FA98-4876-80F0-72364A7D2EA4}"/>
          </ac:spMkLst>
        </pc:spChg>
        <pc:spChg chg="add del">
          <ac:chgData name="Deepa Paneru" userId="109592e82ad92d31" providerId="LiveId" clId="{DD419BE1-3242-4946-9F7F-B10F44B6E878}" dt="2026-09-22T16:59:38.468" v="1046" actId="26606"/>
          <ac:spMkLst>
            <pc:docMk/>
            <pc:sldMk cId="3195303090" sldId="261"/>
            <ac:spMk id="22" creationId="{BACC6370-2D7E-4714-9D71-7542949D7D5D}"/>
          </ac:spMkLst>
        </pc:spChg>
        <pc:spChg chg="add del">
          <ac:chgData name="Deepa Paneru" userId="109592e82ad92d31" providerId="LiveId" clId="{DD419BE1-3242-4946-9F7F-B10F44B6E878}" dt="2026-09-22T16:59:38.468" v="1046" actId="26606"/>
          <ac:spMkLst>
            <pc:docMk/>
            <pc:sldMk cId="3195303090" sldId="261"/>
            <ac:spMk id="23" creationId="{F68B3F68-107C-434F-AA38-110D5EA91B85}"/>
          </ac:spMkLst>
        </pc:spChg>
        <pc:spChg chg="add del">
          <ac:chgData name="Deepa Paneru" userId="109592e82ad92d31" providerId="LiveId" clId="{DD419BE1-3242-4946-9F7F-B10F44B6E878}" dt="2026-09-22T03:42:17.991" v="718" actId="26606"/>
          <ac:spMkLst>
            <pc:docMk/>
            <pc:sldMk cId="3195303090" sldId="261"/>
            <ac:spMk id="24" creationId="{BACC6370-2D7E-4714-9D71-7542949D7D5D}"/>
          </ac:spMkLst>
        </pc:spChg>
        <pc:spChg chg="add del">
          <ac:chgData name="Deepa Paneru" userId="109592e82ad92d31" providerId="LiveId" clId="{DD419BE1-3242-4946-9F7F-B10F44B6E878}" dt="2026-09-22T16:59:38.468" v="1046" actId="26606"/>
          <ac:spMkLst>
            <pc:docMk/>
            <pc:sldMk cId="3195303090" sldId="261"/>
            <ac:spMk id="25" creationId="{AAD0DBB9-1A4B-4391-81D4-CB19F9AB918A}"/>
          </ac:spMkLst>
        </pc:spChg>
        <pc:spChg chg="add del">
          <ac:chgData name="Deepa Paneru" userId="109592e82ad92d31" providerId="LiveId" clId="{DD419BE1-3242-4946-9F7F-B10F44B6E878}" dt="2026-09-22T03:42:17.991" v="718" actId="26606"/>
          <ac:spMkLst>
            <pc:docMk/>
            <pc:sldMk cId="3195303090" sldId="261"/>
            <ac:spMk id="26" creationId="{F68B3F68-107C-434F-AA38-110D5EA91B85}"/>
          </ac:spMkLst>
        </pc:spChg>
        <pc:spChg chg="add del">
          <ac:chgData name="Deepa Paneru" userId="109592e82ad92d31" providerId="LiveId" clId="{DD419BE1-3242-4946-9F7F-B10F44B6E878}" dt="2026-09-22T16:59:38.468" v="1046" actId="26606"/>
          <ac:spMkLst>
            <pc:docMk/>
            <pc:sldMk cId="3195303090" sldId="261"/>
            <ac:spMk id="27" creationId="{063BBA22-50EA-4C4D-BE05-F1CE4E63AA56}"/>
          </ac:spMkLst>
        </pc:spChg>
        <pc:spChg chg="add del">
          <ac:chgData name="Deepa Paneru" userId="109592e82ad92d31" providerId="LiveId" clId="{DD419BE1-3242-4946-9F7F-B10F44B6E878}" dt="2026-09-22T03:42:17.991" v="718" actId="26606"/>
          <ac:spMkLst>
            <pc:docMk/>
            <pc:sldMk cId="3195303090" sldId="261"/>
            <ac:spMk id="28" creationId="{AAD0DBB9-1A4B-4391-81D4-CB19F9AB918A}"/>
          </ac:spMkLst>
        </pc:spChg>
        <pc:spChg chg="add del">
          <ac:chgData name="Deepa Paneru" userId="109592e82ad92d31" providerId="LiveId" clId="{DD419BE1-3242-4946-9F7F-B10F44B6E878}" dt="2026-09-22T16:59:50.520" v="1048" actId="26606"/>
          <ac:spMkLst>
            <pc:docMk/>
            <pc:sldMk cId="3195303090" sldId="261"/>
            <ac:spMk id="29" creationId="{BACC6370-2D7E-4714-9D71-7542949D7D5D}"/>
          </ac:spMkLst>
        </pc:spChg>
        <pc:spChg chg="add del">
          <ac:chgData name="Deepa Paneru" userId="109592e82ad92d31" providerId="LiveId" clId="{DD419BE1-3242-4946-9F7F-B10F44B6E878}" dt="2026-09-22T03:42:17.991" v="718" actId="26606"/>
          <ac:spMkLst>
            <pc:docMk/>
            <pc:sldMk cId="3195303090" sldId="261"/>
            <ac:spMk id="30" creationId="{063BBA22-50EA-4C4D-BE05-F1CE4E63AA56}"/>
          </ac:spMkLst>
        </pc:spChg>
        <pc:spChg chg="add del">
          <ac:chgData name="Deepa Paneru" userId="109592e82ad92d31" providerId="LiveId" clId="{DD419BE1-3242-4946-9F7F-B10F44B6E878}" dt="2026-09-22T16:59:50.520" v="1048" actId="26606"/>
          <ac:spMkLst>
            <pc:docMk/>
            <pc:sldMk cId="3195303090" sldId="261"/>
            <ac:spMk id="31" creationId="{F68B3F68-107C-434F-AA38-110D5EA91B85}"/>
          </ac:spMkLst>
        </pc:spChg>
        <pc:spChg chg="add del">
          <ac:chgData name="Deepa Paneru" userId="109592e82ad92d31" providerId="LiveId" clId="{DD419BE1-3242-4946-9F7F-B10F44B6E878}" dt="2026-09-22T16:59:50.520" v="1048" actId="26606"/>
          <ac:spMkLst>
            <pc:docMk/>
            <pc:sldMk cId="3195303090" sldId="261"/>
            <ac:spMk id="32" creationId="{AAD0DBB9-1A4B-4391-81D4-CB19F9AB918A}"/>
          </ac:spMkLst>
        </pc:spChg>
        <pc:spChg chg="add del">
          <ac:chgData name="Deepa Paneru" userId="109592e82ad92d31" providerId="LiveId" clId="{DD419BE1-3242-4946-9F7F-B10F44B6E878}" dt="2026-09-22T16:59:50.520" v="1048" actId="26606"/>
          <ac:spMkLst>
            <pc:docMk/>
            <pc:sldMk cId="3195303090" sldId="261"/>
            <ac:spMk id="33" creationId="{063BBA22-50EA-4C4D-BE05-F1CE4E63AA56}"/>
          </ac:spMkLst>
        </pc:spChg>
        <pc:spChg chg="add">
          <ac:chgData name="Deepa Paneru" userId="109592e82ad92d31" providerId="LiveId" clId="{DD419BE1-3242-4946-9F7F-B10F44B6E878}" dt="2026-09-22T17:01:45.746" v="1082" actId="26606"/>
          <ac:spMkLst>
            <pc:docMk/>
            <pc:sldMk cId="3195303090" sldId="261"/>
            <ac:spMk id="34" creationId="{BACC6370-2D7E-4714-9D71-7542949D7D5D}"/>
          </ac:spMkLst>
        </pc:spChg>
        <pc:spChg chg="add del">
          <ac:chgData name="Deepa Paneru" userId="109592e82ad92d31" providerId="LiveId" clId="{DD419BE1-3242-4946-9F7F-B10F44B6E878}" dt="2026-09-22T17:00:00.606" v="1050" actId="26606"/>
          <ac:spMkLst>
            <pc:docMk/>
            <pc:sldMk cId="3195303090" sldId="261"/>
            <ac:spMk id="35" creationId="{6C4028FD-8BAA-4A19-BFDE-594D991B7552}"/>
          </ac:spMkLst>
        </pc:spChg>
        <pc:spChg chg="add">
          <ac:chgData name="Deepa Paneru" userId="109592e82ad92d31" providerId="LiveId" clId="{DD419BE1-3242-4946-9F7F-B10F44B6E878}" dt="2026-09-22T17:01:45.746" v="1082" actId="26606"/>
          <ac:spMkLst>
            <pc:docMk/>
            <pc:sldMk cId="3195303090" sldId="261"/>
            <ac:spMk id="36" creationId="{F68B3F68-107C-434F-AA38-110D5EA91B85}"/>
          </ac:spMkLst>
        </pc:spChg>
        <pc:spChg chg="add del">
          <ac:chgData name="Deepa Paneru" userId="109592e82ad92d31" providerId="LiveId" clId="{DD419BE1-3242-4946-9F7F-B10F44B6E878}" dt="2026-09-22T17:00:11.560" v="1052" actId="26606"/>
          <ac:spMkLst>
            <pc:docMk/>
            <pc:sldMk cId="3195303090" sldId="261"/>
            <ac:spMk id="37" creationId="{BACC6370-2D7E-4714-9D71-7542949D7D5D}"/>
          </ac:spMkLst>
        </pc:spChg>
        <pc:spChg chg="add del">
          <ac:chgData name="Deepa Paneru" userId="109592e82ad92d31" providerId="LiveId" clId="{DD419BE1-3242-4946-9F7F-B10F44B6E878}" dt="2026-09-22T17:00:11.560" v="1052" actId="26606"/>
          <ac:spMkLst>
            <pc:docMk/>
            <pc:sldMk cId="3195303090" sldId="261"/>
            <ac:spMk id="38" creationId="{F68B3F68-107C-434F-AA38-110D5EA91B85}"/>
          </ac:spMkLst>
        </pc:spChg>
        <pc:spChg chg="add del">
          <ac:chgData name="Deepa Paneru" userId="109592e82ad92d31" providerId="LiveId" clId="{DD419BE1-3242-4946-9F7F-B10F44B6E878}" dt="2026-09-22T17:00:11.560" v="1052" actId="26606"/>
          <ac:spMkLst>
            <pc:docMk/>
            <pc:sldMk cId="3195303090" sldId="261"/>
            <ac:spMk id="39" creationId="{AAD0DBB9-1A4B-4391-81D4-CB19F9AB918A}"/>
          </ac:spMkLst>
        </pc:spChg>
        <pc:spChg chg="add del">
          <ac:chgData name="Deepa Paneru" userId="109592e82ad92d31" providerId="LiveId" clId="{DD419BE1-3242-4946-9F7F-B10F44B6E878}" dt="2026-09-22T17:00:11.560" v="1052" actId="26606"/>
          <ac:spMkLst>
            <pc:docMk/>
            <pc:sldMk cId="3195303090" sldId="261"/>
            <ac:spMk id="40" creationId="{063BBA22-50EA-4C4D-BE05-F1CE4E63AA56}"/>
          </ac:spMkLst>
        </pc:spChg>
        <pc:spChg chg="add">
          <ac:chgData name="Deepa Paneru" userId="109592e82ad92d31" providerId="LiveId" clId="{DD419BE1-3242-4946-9F7F-B10F44B6E878}" dt="2026-09-22T17:01:45.746" v="1082" actId="26606"/>
          <ac:spMkLst>
            <pc:docMk/>
            <pc:sldMk cId="3195303090" sldId="261"/>
            <ac:spMk id="41" creationId="{AAD0DBB9-1A4B-4391-81D4-CB19F9AB918A}"/>
          </ac:spMkLst>
        </pc:spChg>
        <pc:spChg chg="add">
          <ac:chgData name="Deepa Paneru" userId="109592e82ad92d31" providerId="LiveId" clId="{DD419BE1-3242-4946-9F7F-B10F44B6E878}" dt="2026-09-22T17:01:45.746" v="1082" actId="26606"/>
          <ac:spMkLst>
            <pc:docMk/>
            <pc:sldMk cId="3195303090" sldId="261"/>
            <ac:spMk id="42" creationId="{063BBA22-50EA-4C4D-BE05-F1CE4E63AA56}"/>
          </ac:spMkLst>
        </pc:spChg>
        <pc:graphicFrameChg chg="add del">
          <ac:chgData name="Deepa Paneru" userId="109592e82ad92d31" providerId="LiveId" clId="{DD419BE1-3242-4946-9F7F-B10F44B6E878}" dt="2026-09-22T03:41:47.537" v="714" actId="26606"/>
          <ac:graphicFrameMkLst>
            <pc:docMk/>
            <pc:sldMk cId="3195303090" sldId="261"/>
            <ac:graphicFrameMk id="5" creationId="{B888FDC2-9933-C145-C2DD-5E1C4FDCC6B6}"/>
          </ac:graphicFrameMkLst>
        </pc:graphicFrameChg>
        <pc:graphicFrameChg chg="add mod modGraphic">
          <ac:chgData name="Deepa Paneru" userId="109592e82ad92d31" providerId="LiveId" clId="{DD419BE1-3242-4946-9F7F-B10F44B6E878}" dt="2026-09-22T17:04:03.137" v="1108"/>
          <ac:graphicFrameMkLst>
            <pc:docMk/>
            <pc:sldMk cId="3195303090" sldId="261"/>
            <ac:graphicFrameMk id="19" creationId="{ADB7CDEA-EE14-7BB9-F45D-FE1693E9CB60}"/>
          </ac:graphicFrameMkLst>
        </pc:graphicFrameChg>
      </pc:sldChg>
      <pc:sldChg chg="addSp delSp modSp del mod setBg">
        <pc:chgData name="Deepa Paneru" userId="109592e82ad92d31" providerId="LiveId" clId="{DD419BE1-3242-4946-9F7F-B10F44B6E878}" dt="2026-09-22T17:05:48.153" v="1130" actId="47"/>
        <pc:sldMkLst>
          <pc:docMk/>
          <pc:sldMk cId="3219303442" sldId="262"/>
        </pc:sldMkLst>
        <pc:spChg chg="mod">
          <ac:chgData name="Deepa Paneru" userId="109592e82ad92d31" providerId="LiveId" clId="{DD419BE1-3242-4946-9F7F-B10F44B6E878}" dt="2026-09-22T17:05:22.315" v="1128" actId="20577"/>
          <ac:spMkLst>
            <pc:docMk/>
            <pc:sldMk cId="3219303442" sldId="262"/>
            <ac:spMk id="2" creationId="{E85405CD-CBD8-38D9-A881-39CA490B55DB}"/>
          </ac:spMkLst>
        </pc:spChg>
        <pc:spChg chg="add mod">
          <ac:chgData name="Deepa Paneru" userId="109592e82ad92d31" providerId="LiveId" clId="{DD419BE1-3242-4946-9F7F-B10F44B6E878}" dt="2026-09-22T17:05:28.417" v="1129" actId="21"/>
          <ac:spMkLst>
            <pc:docMk/>
            <pc:sldMk cId="3219303442" sldId="262"/>
            <ac:spMk id="4" creationId="{750C00E8-A3CA-D449-BE1D-5660C4F45173}"/>
          </ac:spMkLst>
        </pc:spChg>
        <pc:spChg chg="del">
          <ac:chgData name="Deepa Paneru" userId="109592e82ad92d31" providerId="LiveId" clId="{DD419BE1-3242-4946-9F7F-B10F44B6E878}" dt="2026-09-22T03:42:45.985" v="721" actId="26606"/>
          <ac:spMkLst>
            <pc:docMk/>
            <pc:sldMk cId="3219303442" sldId="262"/>
            <ac:spMk id="7" creationId="{565F0AEB-2FDB-C108-92B4-58E4B7D1CF4E}"/>
          </ac:spMkLst>
        </pc:spChg>
        <pc:spChg chg="add">
          <ac:chgData name="Deepa Paneru" userId="109592e82ad92d31" providerId="LiveId" clId="{DD419BE1-3242-4946-9F7F-B10F44B6E878}" dt="2026-09-22T03:42:45.985" v="721" actId="26606"/>
          <ac:spMkLst>
            <pc:docMk/>
            <pc:sldMk cId="3219303442" sldId="262"/>
            <ac:spMk id="18" creationId="{A8384FB5-9ADC-4DDC-881B-597D56F5B15D}"/>
          </ac:spMkLst>
        </pc:spChg>
        <pc:spChg chg="add">
          <ac:chgData name="Deepa Paneru" userId="109592e82ad92d31" providerId="LiveId" clId="{DD419BE1-3242-4946-9F7F-B10F44B6E878}" dt="2026-09-22T03:42:45.985" v="721" actId="26606"/>
          <ac:spMkLst>
            <pc:docMk/>
            <pc:sldMk cId="3219303442" sldId="262"/>
            <ac:spMk id="20" creationId="{91E5A9A7-95C6-4F4F-B00E-C82E07FE62EF}"/>
          </ac:spMkLst>
        </pc:spChg>
        <pc:spChg chg="add">
          <ac:chgData name="Deepa Paneru" userId="109592e82ad92d31" providerId="LiveId" clId="{DD419BE1-3242-4946-9F7F-B10F44B6E878}" dt="2026-09-22T03:42:45.985" v="721" actId="26606"/>
          <ac:spMkLst>
            <pc:docMk/>
            <pc:sldMk cId="3219303442" sldId="262"/>
            <ac:spMk id="22" creationId="{D07DD2DE-F619-49DD-B5E7-03A290FF4ED1}"/>
          </ac:spMkLst>
        </pc:spChg>
        <pc:spChg chg="add">
          <ac:chgData name="Deepa Paneru" userId="109592e82ad92d31" providerId="LiveId" clId="{DD419BE1-3242-4946-9F7F-B10F44B6E878}" dt="2026-09-22T03:42:45.985" v="721" actId="26606"/>
          <ac:spMkLst>
            <pc:docMk/>
            <pc:sldMk cId="3219303442" sldId="262"/>
            <ac:spMk id="24" creationId="{85149191-5F60-4A28-AAFF-039F96B0F3EC}"/>
          </ac:spMkLst>
        </pc:spChg>
        <pc:spChg chg="add">
          <ac:chgData name="Deepa Paneru" userId="109592e82ad92d31" providerId="LiveId" clId="{DD419BE1-3242-4946-9F7F-B10F44B6E878}" dt="2026-09-22T03:42:45.985" v="721" actId="26606"/>
          <ac:spMkLst>
            <pc:docMk/>
            <pc:sldMk cId="3219303442" sldId="262"/>
            <ac:spMk id="26" creationId="{F8260ED5-17F7-4158-B241-D51DD4CF1B7E}"/>
          </ac:spMkLst>
        </pc:spChg>
        <pc:picChg chg="del mod">
          <ac:chgData name="Deepa Paneru" userId="109592e82ad92d31" providerId="LiveId" clId="{DD419BE1-3242-4946-9F7F-B10F44B6E878}" dt="2026-09-22T17:05:28.417" v="1129" actId="21"/>
          <ac:picMkLst>
            <pc:docMk/>
            <pc:sldMk cId="3219303442" sldId="262"/>
            <ac:picMk id="13" creationId="{FB0744CF-D1A2-7C12-3760-5FB9C0A4B36A}"/>
          </ac:picMkLst>
        </pc:picChg>
      </pc:sldChg>
      <pc:sldChg chg="del">
        <pc:chgData name="Deepa Paneru" userId="109592e82ad92d31" providerId="LiveId" clId="{DD419BE1-3242-4946-9F7F-B10F44B6E878}" dt="2026-09-22T17:15:58.284" v="1301" actId="47"/>
        <pc:sldMkLst>
          <pc:docMk/>
          <pc:sldMk cId="2502396341" sldId="263"/>
        </pc:sldMkLst>
      </pc:sldChg>
      <pc:sldChg chg="addSp modSp del mod setBg">
        <pc:chgData name="Deepa Paneru" userId="109592e82ad92d31" providerId="LiveId" clId="{DD419BE1-3242-4946-9F7F-B10F44B6E878}" dt="2026-09-22T17:16:00.878" v="1302" actId="47"/>
        <pc:sldMkLst>
          <pc:docMk/>
          <pc:sldMk cId="3991555417" sldId="264"/>
        </pc:sldMkLst>
        <pc:spChg chg="mod">
          <ac:chgData name="Deepa Paneru" userId="109592e82ad92d31" providerId="LiveId" clId="{DD419BE1-3242-4946-9F7F-B10F44B6E878}" dt="2026-09-22T03:43:22.005" v="722" actId="26606"/>
          <ac:spMkLst>
            <pc:docMk/>
            <pc:sldMk cId="3991555417" sldId="264"/>
            <ac:spMk id="2" creationId="{F0EA1B09-040E-1C1D-E397-1B030214A5C7}"/>
          </ac:spMkLst>
        </pc:spChg>
        <pc:spChg chg="add">
          <ac:chgData name="Deepa Paneru" userId="109592e82ad92d31" providerId="LiveId" clId="{DD419BE1-3242-4946-9F7F-B10F44B6E878}" dt="2026-09-22T03:43:22.005" v="722" actId="26606"/>
          <ac:spMkLst>
            <pc:docMk/>
            <pc:sldMk cId="3991555417" sldId="264"/>
            <ac:spMk id="12" creationId="{B50AB553-2A96-4A92-96F2-93548E096954}"/>
          </ac:spMkLst>
        </pc:spChg>
        <pc:graphicFrameChg chg="mod modGraphic">
          <ac:chgData name="Deepa Paneru" userId="109592e82ad92d31" providerId="LiveId" clId="{DD419BE1-3242-4946-9F7F-B10F44B6E878}" dt="2026-09-22T03:43:22.005" v="722" actId="26606"/>
          <ac:graphicFrameMkLst>
            <pc:docMk/>
            <pc:sldMk cId="3991555417" sldId="264"/>
            <ac:graphicFrameMk id="6" creationId="{1696501D-AB9F-0998-4353-DCDE2C9C05CD}"/>
          </ac:graphicFrameMkLst>
        </pc:graphicFrameChg>
        <pc:picChg chg="add">
          <ac:chgData name="Deepa Paneru" userId="109592e82ad92d31" providerId="LiveId" clId="{DD419BE1-3242-4946-9F7F-B10F44B6E878}" dt="2026-09-22T03:43:22.005" v="722" actId="26606"/>
          <ac:picMkLst>
            <pc:docMk/>
            <pc:sldMk cId="3991555417" sldId="264"/>
            <ac:picMk id="8" creationId="{391CD218-48C9-61D1-378B-0AF4701EB3F4}"/>
          </ac:picMkLst>
        </pc:picChg>
      </pc:sldChg>
      <pc:sldChg chg="del">
        <pc:chgData name="Deepa Paneru" userId="109592e82ad92d31" providerId="LiveId" clId="{DD419BE1-3242-4946-9F7F-B10F44B6E878}" dt="2026-09-22T17:18:21.582" v="1329" actId="47"/>
        <pc:sldMkLst>
          <pc:docMk/>
          <pc:sldMk cId="2059088418" sldId="265"/>
        </pc:sldMkLst>
      </pc:sldChg>
      <pc:sldChg chg="addSp modSp del mod setBg">
        <pc:chgData name="Deepa Paneru" userId="109592e82ad92d31" providerId="LiveId" clId="{DD419BE1-3242-4946-9F7F-B10F44B6E878}" dt="2026-09-23T05:09:31.527" v="2413" actId="47"/>
        <pc:sldMkLst>
          <pc:docMk/>
          <pc:sldMk cId="1182505578" sldId="266"/>
        </pc:sldMkLst>
        <pc:spChg chg="mod">
          <ac:chgData name="Deepa Paneru" userId="109592e82ad92d31" providerId="LiveId" clId="{DD419BE1-3242-4946-9F7F-B10F44B6E878}" dt="2026-09-22T17:21:58.121" v="1343" actId="122"/>
          <ac:spMkLst>
            <pc:docMk/>
            <pc:sldMk cId="1182505578" sldId="266"/>
            <ac:spMk id="2" creationId="{D4D87149-6FD0-8508-F62C-718C8B933A52}"/>
          </ac:spMkLst>
        </pc:spChg>
        <pc:spChg chg="mod">
          <ac:chgData name="Deepa Paneru" userId="109592e82ad92d31" providerId="LiveId" clId="{DD419BE1-3242-4946-9F7F-B10F44B6E878}" dt="2026-09-23T05:04:01.748" v="2296" actId="21"/>
          <ac:spMkLst>
            <pc:docMk/>
            <pc:sldMk cId="1182505578" sldId="266"/>
            <ac:spMk id="3" creationId="{610CE3ED-FC65-D67C-A794-62A9C7D9A3AB}"/>
          </ac:spMkLst>
        </pc:spChg>
        <pc:spChg chg="add">
          <ac:chgData name="Deepa Paneru" userId="109592e82ad92d31" providerId="LiveId" clId="{DD419BE1-3242-4946-9F7F-B10F44B6E878}" dt="2026-09-22T03:43:45.719" v="723" actId="26606"/>
          <ac:spMkLst>
            <pc:docMk/>
            <pc:sldMk cId="1182505578" sldId="266"/>
            <ac:spMk id="8" creationId="{1B15ED52-F352-441B-82BF-E0EA34836D08}"/>
          </ac:spMkLst>
        </pc:spChg>
        <pc:spChg chg="add">
          <ac:chgData name="Deepa Paneru" userId="109592e82ad92d31" providerId="LiveId" clId="{DD419BE1-3242-4946-9F7F-B10F44B6E878}" dt="2026-09-22T03:43:45.719" v="723" actId="26606"/>
          <ac:spMkLst>
            <pc:docMk/>
            <pc:sldMk cId="1182505578" sldId="266"/>
            <ac:spMk id="10" creationId="{3B2E3793-BFE6-45A2-9B7B-E18844431C99}"/>
          </ac:spMkLst>
        </pc:spChg>
        <pc:spChg chg="add">
          <ac:chgData name="Deepa Paneru" userId="109592e82ad92d31" providerId="LiveId" clId="{DD419BE1-3242-4946-9F7F-B10F44B6E878}" dt="2026-09-22T03:43:45.719" v="723" actId="26606"/>
          <ac:spMkLst>
            <pc:docMk/>
            <pc:sldMk cId="1182505578" sldId="266"/>
            <ac:spMk id="12" creationId="{BC4C4868-CB8F-4AF9-9CDB-8108F2C19B67}"/>
          </ac:spMkLst>
        </pc:spChg>
        <pc:spChg chg="add">
          <ac:chgData name="Deepa Paneru" userId="109592e82ad92d31" providerId="LiveId" clId="{DD419BE1-3242-4946-9F7F-B10F44B6E878}" dt="2026-09-22T03:43:45.719" v="723" actId="26606"/>
          <ac:spMkLst>
            <pc:docMk/>
            <pc:sldMk cId="1182505578" sldId="266"/>
            <ac:spMk id="14" creationId="{375E0459-6403-40CD-989D-56A4407CA12E}"/>
          </ac:spMkLst>
        </pc:spChg>
        <pc:spChg chg="add">
          <ac:chgData name="Deepa Paneru" userId="109592e82ad92d31" providerId="LiveId" clId="{DD419BE1-3242-4946-9F7F-B10F44B6E878}" dt="2026-09-22T03:43:45.719" v="723" actId="26606"/>
          <ac:spMkLst>
            <pc:docMk/>
            <pc:sldMk cId="1182505578" sldId="266"/>
            <ac:spMk id="16" creationId="{53E5B1A8-3AC9-4BD1-9BBC-78CA94F2D1BA}"/>
          </ac:spMkLst>
        </pc:spChg>
      </pc:sldChg>
      <pc:sldChg chg="addSp delSp modSp del mod setBg">
        <pc:chgData name="Deepa Paneru" userId="109592e82ad92d31" providerId="LiveId" clId="{DD419BE1-3242-4946-9F7F-B10F44B6E878}" dt="2026-09-22T17:23:56.327" v="1361" actId="47"/>
        <pc:sldMkLst>
          <pc:docMk/>
          <pc:sldMk cId="1345643957" sldId="267"/>
        </pc:sldMkLst>
        <pc:spChg chg="mod">
          <ac:chgData name="Deepa Paneru" userId="109592e82ad92d31" providerId="LiveId" clId="{DD419BE1-3242-4946-9F7F-B10F44B6E878}" dt="2026-09-22T17:23:39.195" v="1358" actId="26606"/>
          <ac:spMkLst>
            <pc:docMk/>
            <pc:sldMk cId="1345643957" sldId="267"/>
            <ac:spMk id="2" creationId="{239B2C01-0319-A84B-59AA-B3737F18A891}"/>
          </ac:spMkLst>
        </pc:spChg>
        <pc:spChg chg="del">
          <ac:chgData name="Deepa Paneru" userId="109592e82ad92d31" providerId="LiveId" clId="{DD419BE1-3242-4946-9F7F-B10F44B6E878}" dt="2026-09-22T03:43:57.316" v="724" actId="26606"/>
          <ac:spMkLst>
            <pc:docMk/>
            <pc:sldMk cId="1345643957" sldId="267"/>
            <ac:spMk id="3" creationId="{00C90464-120E-C303-0DFB-74C55CACFB87}"/>
          </ac:spMkLst>
        </pc:spChg>
        <pc:spChg chg="add">
          <ac:chgData name="Deepa Paneru" userId="109592e82ad92d31" providerId="LiveId" clId="{DD419BE1-3242-4946-9F7F-B10F44B6E878}" dt="2026-09-22T17:23:39.195" v="1358" actId="26606"/>
          <ac:spMkLst>
            <pc:docMk/>
            <pc:sldMk cId="1345643957" sldId="267"/>
            <ac:spMk id="10" creationId="{BACC6370-2D7E-4714-9D71-7542949D7D5D}"/>
          </ac:spMkLst>
        </pc:spChg>
        <pc:spChg chg="add">
          <ac:chgData name="Deepa Paneru" userId="109592e82ad92d31" providerId="LiveId" clId="{DD419BE1-3242-4946-9F7F-B10F44B6E878}" dt="2026-09-22T17:23:39.195" v="1358" actId="26606"/>
          <ac:spMkLst>
            <pc:docMk/>
            <pc:sldMk cId="1345643957" sldId="267"/>
            <ac:spMk id="12" creationId="{F68B3F68-107C-434F-AA38-110D5EA91B85}"/>
          </ac:spMkLst>
        </pc:spChg>
        <pc:spChg chg="add">
          <ac:chgData name="Deepa Paneru" userId="109592e82ad92d31" providerId="LiveId" clId="{DD419BE1-3242-4946-9F7F-B10F44B6E878}" dt="2026-09-22T17:23:39.195" v="1358" actId="26606"/>
          <ac:spMkLst>
            <pc:docMk/>
            <pc:sldMk cId="1345643957" sldId="267"/>
            <ac:spMk id="14" creationId="{AAD0DBB9-1A4B-4391-81D4-CB19F9AB918A}"/>
          </ac:spMkLst>
        </pc:spChg>
        <pc:spChg chg="add">
          <ac:chgData name="Deepa Paneru" userId="109592e82ad92d31" providerId="LiveId" clId="{DD419BE1-3242-4946-9F7F-B10F44B6E878}" dt="2026-09-22T17:23:39.195" v="1358" actId="26606"/>
          <ac:spMkLst>
            <pc:docMk/>
            <pc:sldMk cId="1345643957" sldId="267"/>
            <ac:spMk id="16" creationId="{063BBA22-50EA-4C4D-BE05-F1CE4E63AA56}"/>
          </ac:spMkLst>
        </pc:spChg>
        <pc:graphicFrameChg chg="add mod modGraphic">
          <ac:chgData name="Deepa Paneru" userId="109592e82ad92d31" providerId="LiveId" clId="{DD419BE1-3242-4946-9F7F-B10F44B6E878}" dt="2026-09-22T17:23:49.114" v="1360" actId="20577"/>
          <ac:graphicFrameMkLst>
            <pc:docMk/>
            <pc:sldMk cId="1345643957" sldId="267"/>
            <ac:graphicFrameMk id="5" creationId="{F523824C-5B01-8EF2-CA1A-FC6060CA97D1}"/>
          </ac:graphicFrameMkLst>
        </pc:graphicFrameChg>
        <pc:picChg chg="add del">
          <ac:chgData name="Deepa Paneru" userId="109592e82ad92d31" providerId="LiveId" clId="{DD419BE1-3242-4946-9F7F-B10F44B6E878}" dt="2026-09-22T17:23:27.168" v="1357" actId="478"/>
          <ac:picMkLst>
            <pc:docMk/>
            <pc:sldMk cId="1345643957" sldId="267"/>
            <ac:picMk id="6" creationId="{5389ADE7-4A64-ADAB-3517-F343E992D399}"/>
          </ac:picMkLst>
        </pc:picChg>
      </pc:sldChg>
      <pc:sldChg chg="modSp del mod">
        <pc:chgData name="Deepa Paneru" userId="109592e82ad92d31" providerId="LiveId" clId="{DD419BE1-3242-4946-9F7F-B10F44B6E878}" dt="2026-09-22T17:28:56.581" v="1453" actId="47"/>
        <pc:sldMkLst>
          <pc:docMk/>
          <pc:sldMk cId="161135318" sldId="268"/>
        </pc:sldMkLst>
        <pc:spChg chg="mod">
          <ac:chgData name="Deepa Paneru" userId="109592e82ad92d31" providerId="LiveId" clId="{DD419BE1-3242-4946-9F7F-B10F44B6E878}" dt="2026-09-22T17:28:53.831" v="1452" actId="21"/>
          <ac:spMkLst>
            <pc:docMk/>
            <pc:sldMk cId="161135318" sldId="268"/>
            <ac:spMk id="2" creationId="{2628B997-30AC-4E82-0AD7-FFF3F4352366}"/>
          </ac:spMkLst>
        </pc:spChg>
        <pc:spChg chg="mod">
          <ac:chgData name="Deepa Paneru" userId="109592e82ad92d31" providerId="LiveId" clId="{DD419BE1-3242-4946-9F7F-B10F44B6E878}" dt="2026-09-22T17:28:46.166" v="1451" actId="1076"/>
          <ac:spMkLst>
            <pc:docMk/>
            <pc:sldMk cId="161135318" sldId="268"/>
            <ac:spMk id="4" creationId="{067B43F2-84FF-B6F7-4491-8D72A1B4FDDE}"/>
          </ac:spMkLst>
        </pc:spChg>
      </pc:sldChg>
      <pc:sldChg chg="addSp modSp del mod setBg">
        <pc:chgData name="Deepa Paneru" userId="109592e82ad92d31" providerId="LiveId" clId="{DD419BE1-3242-4946-9F7F-B10F44B6E878}" dt="2026-09-22T17:34:31.426" v="1584" actId="47"/>
        <pc:sldMkLst>
          <pc:docMk/>
          <pc:sldMk cId="568724071" sldId="269"/>
        </pc:sldMkLst>
        <pc:spChg chg="mod">
          <ac:chgData name="Deepa Paneru" userId="109592e82ad92d31" providerId="LiveId" clId="{DD419BE1-3242-4946-9F7F-B10F44B6E878}" dt="2026-09-22T03:44:32.406" v="725" actId="26606"/>
          <ac:spMkLst>
            <pc:docMk/>
            <pc:sldMk cId="568724071" sldId="269"/>
            <ac:spMk id="2" creationId="{1E03E686-26C5-30FE-5734-7C21CA18F32D}"/>
          </ac:spMkLst>
        </pc:spChg>
        <pc:spChg chg="mod">
          <ac:chgData name="Deepa Paneru" userId="109592e82ad92d31" providerId="LiveId" clId="{DD419BE1-3242-4946-9F7F-B10F44B6E878}" dt="2026-09-22T03:44:32.406" v="725" actId="26606"/>
          <ac:spMkLst>
            <pc:docMk/>
            <pc:sldMk cId="568724071" sldId="269"/>
            <ac:spMk id="3" creationId="{8B01A723-94D4-FDC0-91DE-527F318C5979}"/>
          </ac:spMkLst>
        </pc:spChg>
        <pc:picChg chg="add">
          <ac:chgData name="Deepa Paneru" userId="109592e82ad92d31" providerId="LiveId" clId="{DD419BE1-3242-4946-9F7F-B10F44B6E878}" dt="2026-09-22T03:44:32.406" v="725" actId="26606"/>
          <ac:picMkLst>
            <pc:docMk/>
            <pc:sldMk cId="568724071" sldId="269"/>
            <ac:picMk id="5" creationId="{2DBB571E-B022-23DC-6E16-571144685F17}"/>
          </ac:picMkLst>
        </pc:picChg>
        <pc:cxnChg chg="add">
          <ac:chgData name="Deepa Paneru" userId="109592e82ad92d31" providerId="LiveId" clId="{DD419BE1-3242-4946-9F7F-B10F44B6E878}" dt="2026-09-22T03:44:32.406" v="725" actId="26606"/>
          <ac:cxnSpMkLst>
            <pc:docMk/>
            <pc:sldMk cId="568724071" sldId="269"/>
            <ac:cxnSpMk id="9" creationId="{1503BFE4-729B-D9D0-C17B-501E6AF1127A}"/>
          </ac:cxnSpMkLst>
        </pc:cxnChg>
      </pc:sldChg>
      <pc:sldChg chg="addSp delSp modSp new del mod setBg">
        <pc:chgData name="Deepa Paneru" userId="109592e82ad92d31" providerId="LiveId" clId="{DD419BE1-3242-4946-9F7F-B10F44B6E878}" dt="2026-09-22T17:30:46.360" v="1515" actId="47"/>
        <pc:sldMkLst>
          <pc:docMk/>
          <pc:sldMk cId="4284583966" sldId="270"/>
        </pc:sldMkLst>
        <pc:spChg chg="mod">
          <ac:chgData name="Deepa Paneru" userId="109592e82ad92d31" providerId="LiveId" clId="{DD419BE1-3242-4946-9F7F-B10F44B6E878}" dt="2026-09-22T03:44:51.236" v="726" actId="26606"/>
          <ac:spMkLst>
            <pc:docMk/>
            <pc:sldMk cId="4284583966" sldId="270"/>
            <ac:spMk id="2" creationId="{8174F72D-8760-252E-4275-107FCDDDD82B}"/>
          </ac:spMkLst>
        </pc:spChg>
        <pc:spChg chg="del">
          <ac:chgData name="Deepa Paneru" userId="109592e82ad92d31" providerId="LiveId" clId="{DD419BE1-3242-4946-9F7F-B10F44B6E878}" dt="2026-09-22T02:36:59.030" v="33" actId="22"/>
          <ac:spMkLst>
            <pc:docMk/>
            <pc:sldMk cId="4284583966" sldId="270"/>
            <ac:spMk id="3" creationId="{18743D33-F871-ECB5-CBD5-56DCC848E42D}"/>
          </ac:spMkLst>
        </pc:spChg>
        <pc:spChg chg="add mod">
          <ac:chgData name="Deepa Paneru" userId="109592e82ad92d31" providerId="LiveId" clId="{DD419BE1-3242-4946-9F7F-B10F44B6E878}" dt="2026-09-22T17:30:43.469" v="1514" actId="21"/>
          <ac:spMkLst>
            <pc:docMk/>
            <pc:sldMk cId="4284583966" sldId="270"/>
            <ac:spMk id="4" creationId="{FC898281-82E3-F0AB-0A26-42DA7747C1A5}"/>
          </ac:spMkLst>
        </pc:spChg>
        <pc:spChg chg="add del">
          <ac:chgData name="Deepa Paneru" userId="109592e82ad92d31" providerId="LiveId" clId="{DD419BE1-3242-4946-9F7F-B10F44B6E878}" dt="2026-09-22T02:37:11.988" v="35" actId="26606"/>
          <ac:spMkLst>
            <pc:docMk/>
            <pc:sldMk cId="4284583966" sldId="270"/>
            <ac:spMk id="10" creationId="{D12DDE76-C203-4047-9998-63900085B5E8}"/>
          </ac:spMkLst>
        </pc:spChg>
        <pc:spChg chg="add del">
          <ac:chgData name="Deepa Paneru" userId="109592e82ad92d31" providerId="LiveId" clId="{DD419BE1-3242-4946-9F7F-B10F44B6E878}" dt="2026-09-22T03:44:51.236" v="726" actId="26606"/>
          <ac:spMkLst>
            <pc:docMk/>
            <pc:sldMk cId="4284583966" sldId="270"/>
            <ac:spMk id="12" creationId="{D4771268-CB57-404A-9271-370EB28F6090}"/>
          </ac:spMkLst>
        </pc:spChg>
        <pc:spChg chg="add">
          <ac:chgData name="Deepa Paneru" userId="109592e82ad92d31" providerId="LiveId" clId="{DD419BE1-3242-4946-9F7F-B10F44B6E878}" dt="2026-09-22T03:44:51.236" v="726" actId="26606"/>
          <ac:spMkLst>
            <pc:docMk/>
            <pc:sldMk cId="4284583966" sldId="270"/>
            <ac:spMk id="17" creationId="{A8384FB5-9ADC-4DDC-881B-597D56F5B15D}"/>
          </ac:spMkLst>
        </pc:spChg>
        <pc:spChg chg="add">
          <ac:chgData name="Deepa Paneru" userId="109592e82ad92d31" providerId="LiveId" clId="{DD419BE1-3242-4946-9F7F-B10F44B6E878}" dt="2026-09-22T03:44:51.236" v="726" actId="26606"/>
          <ac:spMkLst>
            <pc:docMk/>
            <pc:sldMk cId="4284583966" sldId="270"/>
            <ac:spMk id="19" creationId="{91E5A9A7-95C6-4F4F-B00E-C82E07FE62EF}"/>
          </ac:spMkLst>
        </pc:spChg>
        <pc:spChg chg="add">
          <ac:chgData name="Deepa Paneru" userId="109592e82ad92d31" providerId="LiveId" clId="{DD419BE1-3242-4946-9F7F-B10F44B6E878}" dt="2026-09-22T03:44:51.236" v="726" actId="26606"/>
          <ac:spMkLst>
            <pc:docMk/>
            <pc:sldMk cId="4284583966" sldId="270"/>
            <ac:spMk id="21" creationId="{D07DD2DE-F619-49DD-B5E7-03A290FF4ED1}"/>
          </ac:spMkLst>
        </pc:spChg>
        <pc:spChg chg="add">
          <ac:chgData name="Deepa Paneru" userId="109592e82ad92d31" providerId="LiveId" clId="{DD419BE1-3242-4946-9F7F-B10F44B6E878}" dt="2026-09-22T03:44:51.236" v="726" actId="26606"/>
          <ac:spMkLst>
            <pc:docMk/>
            <pc:sldMk cId="4284583966" sldId="270"/>
            <ac:spMk id="23" creationId="{85149191-5F60-4A28-AAFF-039F96B0F3EC}"/>
          </ac:spMkLst>
        </pc:spChg>
        <pc:spChg chg="add">
          <ac:chgData name="Deepa Paneru" userId="109592e82ad92d31" providerId="LiveId" clId="{DD419BE1-3242-4946-9F7F-B10F44B6E878}" dt="2026-09-22T03:44:51.236" v="726" actId="26606"/>
          <ac:spMkLst>
            <pc:docMk/>
            <pc:sldMk cId="4284583966" sldId="270"/>
            <ac:spMk id="25" creationId="{F8260ED5-17F7-4158-B241-D51DD4CF1B7E}"/>
          </ac:spMkLst>
        </pc:spChg>
        <pc:picChg chg="add del mod ord">
          <ac:chgData name="Deepa Paneru" userId="109592e82ad92d31" providerId="LiveId" clId="{DD419BE1-3242-4946-9F7F-B10F44B6E878}" dt="2026-09-22T17:30:43.469" v="1514" actId="21"/>
          <ac:picMkLst>
            <pc:docMk/>
            <pc:sldMk cId="4284583966" sldId="270"/>
            <ac:picMk id="5" creationId="{52CCBE2A-D501-1DF0-757A-27B9271EC13F}"/>
          </ac:picMkLst>
        </pc:picChg>
      </pc:sldChg>
      <pc:sldChg chg="addSp delSp modSp new del mod setBg">
        <pc:chgData name="Deepa Paneru" userId="109592e82ad92d31" providerId="LiveId" clId="{DD419BE1-3242-4946-9F7F-B10F44B6E878}" dt="2026-09-22T17:31:12.586" v="1538" actId="47"/>
        <pc:sldMkLst>
          <pc:docMk/>
          <pc:sldMk cId="2816415792" sldId="271"/>
        </pc:sldMkLst>
        <pc:spChg chg="mod">
          <ac:chgData name="Deepa Paneru" userId="109592e82ad92d31" providerId="LiveId" clId="{DD419BE1-3242-4946-9F7F-B10F44B6E878}" dt="2026-09-22T03:44:56.202" v="727" actId="26606"/>
          <ac:spMkLst>
            <pc:docMk/>
            <pc:sldMk cId="2816415792" sldId="271"/>
            <ac:spMk id="2" creationId="{1BD3EF51-9CAE-5DC1-EB69-1D0C31B3B64F}"/>
          </ac:spMkLst>
        </pc:spChg>
        <pc:spChg chg="del">
          <ac:chgData name="Deepa Paneru" userId="109592e82ad92d31" providerId="LiveId" clId="{DD419BE1-3242-4946-9F7F-B10F44B6E878}" dt="2026-09-22T02:40:55.785" v="65" actId="22"/>
          <ac:spMkLst>
            <pc:docMk/>
            <pc:sldMk cId="2816415792" sldId="271"/>
            <ac:spMk id="3" creationId="{AD014CD4-BA54-0A6C-E8E7-86ED151659F1}"/>
          </ac:spMkLst>
        </pc:spChg>
        <pc:spChg chg="add mod">
          <ac:chgData name="Deepa Paneru" userId="109592e82ad92d31" providerId="LiveId" clId="{DD419BE1-3242-4946-9F7F-B10F44B6E878}" dt="2026-09-22T17:31:09.723" v="1537" actId="21"/>
          <ac:spMkLst>
            <pc:docMk/>
            <pc:sldMk cId="2816415792" sldId="271"/>
            <ac:spMk id="4" creationId="{390B1618-A278-2BCB-2EAE-2C0F6D4E0B68}"/>
          </ac:spMkLst>
        </pc:spChg>
        <pc:spChg chg="add del">
          <ac:chgData name="Deepa Paneru" userId="109592e82ad92d31" providerId="LiveId" clId="{DD419BE1-3242-4946-9F7F-B10F44B6E878}" dt="2026-09-22T03:44:56.202" v="727" actId="26606"/>
          <ac:spMkLst>
            <pc:docMk/>
            <pc:sldMk cId="2816415792" sldId="271"/>
            <ac:spMk id="10" creationId="{D4771268-CB57-404A-9271-370EB28F6090}"/>
          </ac:spMkLst>
        </pc:spChg>
        <pc:spChg chg="add">
          <ac:chgData name="Deepa Paneru" userId="109592e82ad92d31" providerId="LiveId" clId="{DD419BE1-3242-4946-9F7F-B10F44B6E878}" dt="2026-09-22T03:44:56.202" v="727" actId="26606"/>
          <ac:spMkLst>
            <pc:docMk/>
            <pc:sldMk cId="2816415792" sldId="271"/>
            <ac:spMk id="15" creationId="{A8384FB5-9ADC-4DDC-881B-597D56F5B15D}"/>
          </ac:spMkLst>
        </pc:spChg>
        <pc:spChg chg="add">
          <ac:chgData name="Deepa Paneru" userId="109592e82ad92d31" providerId="LiveId" clId="{DD419BE1-3242-4946-9F7F-B10F44B6E878}" dt="2026-09-22T03:44:56.202" v="727" actId="26606"/>
          <ac:spMkLst>
            <pc:docMk/>
            <pc:sldMk cId="2816415792" sldId="271"/>
            <ac:spMk id="17" creationId="{91E5A9A7-95C6-4F4F-B00E-C82E07FE62EF}"/>
          </ac:spMkLst>
        </pc:spChg>
        <pc:spChg chg="add">
          <ac:chgData name="Deepa Paneru" userId="109592e82ad92d31" providerId="LiveId" clId="{DD419BE1-3242-4946-9F7F-B10F44B6E878}" dt="2026-09-22T03:44:56.202" v="727" actId="26606"/>
          <ac:spMkLst>
            <pc:docMk/>
            <pc:sldMk cId="2816415792" sldId="271"/>
            <ac:spMk id="19" creationId="{D07DD2DE-F619-49DD-B5E7-03A290FF4ED1}"/>
          </ac:spMkLst>
        </pc:spChg>
        <pc:spChg chg="add">
          <ac:chgData name="Deepa Paneru" userId="109592e82ad92d31" providerId="LiveId" clId="{DD419BE1-3242-4946-9F7F-B10F44B6E878}" dt="2026-09-22T03:44:56.202" v="727" actId="26606"/>
          <ac:spMkLst>
            <pc:docMk/>
            <pc:sldMk cId="2816415792" sldId="271"/>
            <ac:spMk id="21" creationId="{85149191-5F60-4A28-AAFF-039F96B0F3EC}"/>
          </ac:spMkLst>
        </pc:spChg>
        <pc:spChg chg="add">
          <ac:chgData name="Deepa Paneru" userId="109592e82ad92d31" providerId="LiveId" clId="{DD419BE1-3242-4946-9F7F-B10F44B6E878}" dt="2026-09-22T03:44:56.202" v="727" actId="26606"/>
          <ac:spMkLst>
            <pc:docMk/>
            <pc:sldMk cId="2816415792" sldId="271"/>
            <ac:spMk id="23" creationId="{F8260ED5-17F7-4158-B241-D51DD4CF1B7E}"/>
          </ac:spMkLst>
        </pc:spChg>
        <pc:picChg chg="add del mod ord">
          <ac:chgData name="Deepa Paneru" userId="109592e82ad92d31" providerId="LiveId" clId="{DD419BE1-3242-4946-9F7F-B10F44B6E878}" dt="2026-09-22T17:31:09.723" v="1537" actId="21"/>
          <ac:picMkLst>
            <pc:docMk/>
            <pc:sldMk cId="2816415792" sldId="271"/>
            <ac:picMk id="5" creationId="{BE2197C9-E211-5C54-C6A7-7CF317C6EB03}"/>
          </ac:picMkLst>
        </pc:picChg>
      </pc:sldChg>
      <pc:sldChg chg="addSp delSp modSp new del mod setBg">
        <pc:chgData name="Deepa Paneru" userId="109592e82ad92d31" providerId="LiveId" clId="{DD419BE1-3242-4946-9F7F-B10F44B6E878}" dt="2026-09-23T05:09:52.966" v="2415" actId="47"/>
        <pc:sldMkLst>
          <pc:docMk/>
          <pc:sldMk cId="4285937476" sldId="272"/>
        </pc:sldMkLst>
        <pc:spChg chg="mod">
          <ac:chgData name="Deepa Paneru" userId="109592e82ad92d31" providerId="LiveId" clId="{DD419BE1-3242-4946-9F7F-B10F44B6E878}" dt="2026-09-22T02:48:26.235" v="182" actId="26606"/>
          <ac:spMkLst>
            <pc:docMk/>
            <pc:sldMk cId="4285937476" sldId="272"/>
            <ac:spMk id="2" creationId="{74608309-BF24-656C-01E5-BD232416F7FB}"/>
          </ac:spMkLst>
        </pc:spChg>
        <pc:spChg chg="del">
          <ac:chgData name="Deepa Paneru" userId="109592e82ad92d31" providerId="LiveId" clId="{DD419BE1-3242-4946-9F7F-B10F44B6E878}" dt="2026-09-22T02:41:50.880" v="70" actId="22"/>
          <ac:spMkLst>
            <pc:docMk/>
            <pc:sldMk cId="4285937476" sldId="272"/>
            <ac:spMk id="3" creationId="{6AB9F854-D52C-15AE-B167-3A34FF0A929F}"/>
          </ac:spMkLst>
        </pc:spChg>
        <pc:spChg chg="add mod">
          <ac:chgData name="Deepa Paneru" userId="109592e82ad92d31" providerId="LiveId" clId="{DD419BE1-3242-4946-9F7F-B10F44B6E878}" dt="2026-09-23T05:04:55.364" v="2332" actId="21"/>
          <ac:spMkLst>
            <pc:docMk/>
            <pc:sldMk cId="4285937476" sldId="272"/>
            <ac:spMk id="4" creationId="{68B7EC95-43EC-F412-01BA-CAB0E0752F8D}"/>
          </ac:spMkLst>
        </pc:spChg>
        <pc:spChg chg="add mod">
          <ac:chgData name="Deepa Paneru" userId="109592e82ad92d31" providerId="LiveId" clId="{DD419BE1-3242-4946-9F7F-B10F44B6E878}" dt="2026-09-22T02:48:26.235" v="182" actId="26606"/>
          <ac:spMkLst>
            <pc:docMk/>
            <pc:sldMk cId="4285937476" sldId="272"/>
            <ac:spMk id="7" creationId="{F5E86462-0FC8-F8E3-24F1-26FA60F44475}"/>
          </ac:spMkLst>
        </pc:spChg>
        <pc:spChg chg="add del">
          <ac:chgData name="Deepa Paneru" userId="109592e82ad92d31" providerId="LiveId" clId="{DD419BE1-3242-4946-9F7F-B10F44B6E878}" dt="2026-09-22T02:48:05.698" v="180" actId="26606"/>
          <ac:spMkLst>
            <pc:docMk/>
            <pc:sldMk cId="4285937476" sldId="272"/>
            <ac:spMk id="9" creationId="{76906711-0AFB-47DD-A4B6-4E94B38B8C91}"/>
          </ac:spMkLst>
        </pc:spChg>
        <pc:spChg chg="add del">
          <ac:chgData name="Deepa Paneru" userId="109592e82ad92d31" providerId="LiveId" clId="{DD419BE1-3242-4946-9F7F-B10F44B6E878}" dt="2026-09-22T02:42:01.029" v="72" actId="26606"/>
          <ac:spMkLst>
            <pc:docMk/>
            <pc:sldMk cId="4285937476" sldId="272"/>
            <ac:spMk id="10" creationId="{23D09407-53BC-485E-B4CE-BC5E4FC4B25B}"/>
          </ac:spMkLst>
        </pc:spChg>
        <pc:spChg chg="add del">
          <ac:chgData name="Deepa Paneru" userId="109592e82ad92d31" providerId="LiveId" clId="{DD419BE1-3242-4946-9F7F-B10F44B6E878}" dt="2026-09-22T02:48:05.698" v="180" actId="26606"/>
          <ac:spMkLst>
            <pc:docMk/>
            <pc:sldMk cId="4285937476" sldId="272"/>
            <ac:spMk id="11" creationId="{AA91F649-894C-41F6-A21D-3D1AC558E934}"/>
          </ac:spMkLst>
        </pc:spChg>
        <pc:spChg chg="add del">
          <ac:chgData name="Deepa Paneru" userId="109592e82ad92d31" providerId="LiveId" clId="{DD419BE1-3242-4946-9F7F-B10F44B6E878}" dt="2026-09-22T02:42:01.029" v="72" actId="26606"/>
          <ac:spMkLst>
            <pc:docMk/>
            <pc:sldMk cId="4285937476" sldId="272"/>
            <ac:spMk id="12" creationId="{921DB988-49FC-4608-B0A2-E2F3A4019041}"/>
          </ac:spMkLst>
        </pc:spChg>
        <pc:spChg chg="add del">
          <ac:chgData name="Deepa Paneru" userId="109592e82ad92d31" providerId="LiveId" clId="{DD419BE1-3242-4946-9F7F-B10F44B6E878}" dt="2026-09-22T02:48:05.698" v="180" actId="26606"/>
          <ac:spMkLst>
            <pc:docMk/>
            <pc:sldMk cId="4285937476" sldId="272"/>
            <ac:spMk id="16" creationId="{56037404-66BD-46B5-9323-1B531319671A}"/>
          </ac:spMkLst>
        </pc:spChg>
        <pc:spChg chg="add del">
          <ac:chgData name="Deepa Paneru" userId="109592e82ad92d31" providerId="LiveId" clId="{DD419BE1-3242-4946-9F7F-B10F44B6E878}" dt="2026-09-22T02:48:26.235" v="182" actId="26606"/>
          <ac:spMkLst>
            <pc:docMk/>
            <pc:sldMk cId="4285937476" sldId="272"/>
            <ac:spMk id="21" creationId="{32AEEBC8-9D30-42EF-95F2-386C2653FBF0}"/>
          </ac:spMkLst>
        </pc:spChg>
        <pc:spChg chg="add del">
          <ac:chgData name="Deepa Paneru" userId="109592e82ad92d31" providerId="LiveId" clId="{DD419BE1-3242-4946-9F7F-B10F44B6E878}" dt="2026-09-22T02:48:26.235" v="182" actId="26606"/>
          <ac:spMkLst>
            <pc:docMk/>
            <pc:sldMk cId="4285937476" sldId="272"/>
            <ac:spMk id="23" creationId="{2E92FA66-67D7-4CB4-94D3-E643A9AD4757}"/>
          </ac:spMkLst>
        </pc:spChg>
        <pc:spChg chg="add">
          <ac:chgData name="Deepa Paneru" userId="109592e82ad92d31" providerId="LiveId" clId="{DD419BE1-3242-4946-9F7F-B10F44B6E878}" dt="2026-09-22T02:48:26.235" v="182" actId="26606"/>
          <ac:spMkLst>
            <pc:docMk/>
            <pc:sldMk cId="4285937476" sldId="272"/>
            <ac:spMk id="28" creationId="{A8384FB5-9ADC-4DDC-881B-597D56F5B15D}"/>
          </ac:spMkLst>
        </pc:spChg>
        <pc:spChg chg="add">
          <ac:chgData name="Deepa Paneru" userId="109592e82ad92d31" providerId="LiveId" clId="{DD419BE1-3242-4946-9F7F-B10F44B6E878}" dt="2026-09-22T02:48:26.235" v="182" actId="26606"/>
          <ac:spMkLst>
            <pc:docMk/>
            <pc:sldMk cId="4285937476" sldId="272"/>
            <ac:spMk id="30" creationId="{1199E1B1-A8C0-4FE8-A5A8-1CB41D69F857}"/>
          </ac:spMkLst>
        </pc:spChg>
        <pc:spChg chg="add">
          <ac:chgData name="Deepa Paneru" userId="109592e82ad92d31" providerId="LiveId" clId="{DD419BE1-3242-4946-9F7F-B10F44B6E878}" dt="2026-09-22T02:48:26.235" v="182" actId="26606"/>
          <ac:spMkLst>
            <pc:docMk/>
            <pc:sldMk cId="4285937476" sldId="272"/>
            <ac:spMk id="32" creationId="{84A8DE83-DE75-4B41-9DB4-A7EC0B0DEC0B}"/>
          </ac:spMkLst>
        </pc:spChg>
        <pc:spChg chg="add">
          <ac:chgData name="Deepa Paneru" userId="109592e82ad92d31" providerId="LiveId" clId="{DD419BE1-3242-4946-9F7F-B10F44B6E878}" dt="2026-09-22T02:48:26.235" v="182" actId="26606"/>
          <ac:spMkLst>
            <pc:docMk/>
            <pc:sldMk cId="4285937476" sldId="272"/>
            <ac:spMk id="34" creationId="{A7009A0A-BEF5-4EAC-AF15-E4F9F002E239}"/>
          </ac:spMkLst>
        </pc:spChg>
        <pc:grpChg chg="add del">
          <ac:chgData name="Deepa Paneru" userId="109592e82ad92d31" providerId="LiveId" clId="{DD419BE1-3242-4946-9F7F-B10F44B6E878}" dt="2026-09-22T02:42:01.029" v="72" actId="26606"/>
          <ac:grpSpMkLst>
            <pc:docMk/>
            <pc:sldMk cId="4285937476" sldId="272"/>
            <ac:grpSpMk id="14" creationId="{E9B930FD-8671-4C4C-ADCF-73AC1D0CD417}"/>
          </ac:grpSpMkLst>
        </pc:grpChg>
        <pc:grpChg chg="add del">
          <ac:chgData name="Deepa Paneru" userId="109592e82ad92d31" providerId="LiveId" clId="{DD419BE1-3242-4946-9F7F-B10F44B6E878}" dt="2026-09-22T02:42:01.029" v="72" actId="26606"/>
          <ac:grpSpMkLst>
            <pc:docMk/>
            <pc:sldMk cId="4285937476" sldId="272"/>
            <ac:grpSpMk id="20" creationId="{383C2651-AE0C-4AE4-8725-E2F9414FE219}"/>
          </ac:grpSpMkLst>
        </pc:grpChg>
        <pc:picChg chg="add del mod ord">
          <ac:chgData name="Deepa Paneru" userId="109592e82ad92d31" providerId="LiveId" clId="{DD419BE1-3242-4946-9F7F-B10F44B6E878}" dt="2026-09-23T05:04:55.364" v="2332" actId="21"/>
          <ac:picMkLst>
            <pc:docMk/>
            <pc:sldMk cId="4285937476" sldId="272"/>
            <ac:picMk id="5" creationId="{29D700C8-1774-5626-6ACA-9060F9E07975}"/>
          </ac:picMkLst>
        </pc:picChg>
      </pc:sldChg>
      <pc:sldChg chg="addSp delSp modSp new del mod setBg">
        <pc:chgData name="Deepa Paneru" userId="109592e82ad92d31" providerId="LiveId" clId="{DD419BE1-3242-4946-9F7F-B10F44B6E878}" dt="2026-09-23T05:07:20.694" v="2380" actId="47"/>
        <pc:sldMkLst>
          <pc:docMk/>
          <pc:sldMk cId="849142948" sldId="273"/>
        </pc:sldMkLst>
        <pc:spChg chg="mod">
          <ac:chgData name="Deepa Paneru" userId="109592e82ad92d31" providerId="LiveId" clId="{DD419BE1-3242-4946-9F7F-B10F44B6E878}" dt="2026-09-22T02:48:47.662" v="183" actId="21"/>
          <ac:spMkLst>
            <pc:docMk/>
            <pc:sldMk cId="849142948" sldId="273"/>
            <ac:spMk id="2" creationId="{C5FC8390-A191-BABC-7AB9-8951F8606C2C}"/>
          </ac:spMkLst>
        </pc:spChg>
        <pc:spChg chg="del">
          <ac:chgData name="Deepa Paneru" userId="109592e82ad92d31" providerId="LiveId" clId="{DD419BE1-3242-4946-9F7F-B10F44B6E878}" dt="2026-09-22T02:45:01.281" v="124" actId="22"/>
          <ac:spMkLst>
            <pc:docMk/>
            <pc:sldMk cId="849142948" sldId="273"/>
            <ac:spMk id="3" creationId="{E7729AD8-93ED-ACD0-171C-3D7BD00406EC}"/>
          </ac:spMkLst>
        </pc:spChg>
        <pc:spChg chg="add del mod">
          <ac:chgData name="Deepa Paneru" userId="109592e82ad92d31" providerId="LiveId" clId="{DD419BE1-3242-4946-9F7F-B10F44B6E878}" dt="2026-09-22T02:47:11.457" v="177" actId="26606"/>
          <ac:spMkLst>
            <pc:docMk/>
            <pc:sldMk cId="849142948" sldId="273"/>
            <ac:spMk id="6" creationId="{0A95684F-6F3C-F5CB-1610-7A77A8C1ADF1}"/>
          </ac:spMkLst>
        </pc:spChg>
        <pc:spChg chg="add mod">
          <ac:chgData name="Deepa Paneru" userId="109592e82ad92d31" providerId="LiveId" clId="{DD419BE1-3242-4946-9F7F-B10F44B6E878}" dt="2026-09-22T02:49:04.918" v="211" actId="20577"/>
          <ac:spMkLst>
            <pc:docMk/>
            <pc:sldMk cId="849142948" sldId="273"/>
            <ac:spMk id="9" creationId="{5049A00B-992E-57BF-19A5-D6A8F422B0F4}"/>
          </ac:spMkLst>
        </pc:spChg>
        <pc:spChg chg="add del">
          <ac:chgData name="Deepa Paneru" userId="109592e82ad92d31" providerId="LiveId" clId="{DD419BE1-3242-4946-9F7F-B10F44B6E878}" dt="2026-09-22T02:47:24.185" v="178" actId="478"/>
          <ac:spMkLst>
            <pc:docMk/>
            <pc:sldMk cId="849142948" sldId="273"/>
            <ac:spMk id="10" creationId="{0D8A208B-475B-4598-539E-3178FB0603E0}"/>
          </ac:spMkLst>
        </pc:spChg>
        <pc:spChg chg="add del">
          <ac:chgData name="Deepa Paneru" userId="109592e82ad92d31" providerId="LiveId" clId="{DD419BE1-3242-4946-9F7F-B10F44B6E878}" dt="2026-09-22T02:47:41.027" v="179" actId="26606"/>
          <ac:spMkLst>
            <pc:docMk/>
            <pc:sldMk cId="849142948" sldId="273"/>
            <ac:spMk id="13" creationId="{32AEEBC8-9D30-42EF-95F2-386C2653FBF0}"/>
          </ac:spMkLst>
        </pc:spChg>
        <pc:spChg chg="add del">
          <ac:chgData name="Deepa Paneru" userId="109592e82ad92d31" providerId="LiveId" clId="{DD419BE1-3242-4946-9F7F-B10F44B6E878}" dt="2026-09-22T02:47:41.027" v="179" actId="26606"/>
          <ac:spMkLst>
            <pc:docMk/>
            <pc:sldMk cId="849142948" sldId="273"/>
            <ac:spMk id="15" creationId="{3529E97A-97C3-40EA-8A04-5C02398D568F}"/>
          </ac:spMkLst>
        </pc:spChg>
        <pc:spChg chg="add del">
          <ac:chgData name="Deepa Paneru" userId="109592e82ad92d31" providerId="LiveId" clId="{DD419BE1-3242-4946-9F7F-B10F44B6E878}" dt="2026-09-22T02:47:41.027" v="179" actId="26606"/>
          <ac:spMkLst>
            <pc:docMk/>
            <pc:sldMk cId="849142948" sldId="273"/>
            <ac:spMk id="17" creationId="{59FA8C2E-A5A7-4490-927A-7CD58343EDBB}"/>
          </ac:spMkLst>
        </pc:spChg>
        <pc:spChg chg="add del">
          <ac:chgData name="Deepa Paneru" userId="109592e82ad92d31" providerId="LiveId" clId="{DD419BE1-3242-4946-9F7F-B10F44B6E878}" dt="2026-09-22T02:48:19.148" v="181" actId="26606"/>
          <ac:spMkLst>
            <pc:docMk/>
            <pc:sldMk cId="849142948" sldId="273"/>
            <ac:spMk id="22" creationId="{76906711-0AFB-47DD-A4B6-4E94B38B8C91}"/>
          </ac:spMkLst>
        </pc:spChg>
        <pc:spChg chg="add del">
          <ac:chgData name="Deepa Paneru" userId="109592e82ad92d31" providerId="LiveId" clId="{DD419BE1-3242-4946-9F7F-B10F44B6E878}" dt="2026-09-22T02:48:19.148" v="181" actId="26606"/>
          <ac:spMkLst>
            <pc:docMk/>
            <pc:sldMk cId="849142948" sldId="273"/>
            <ac:spMk id="24" creationId="{AA91F649-894C-41F6-A21D-3D1AC558E934}"/>
          </ac:spMkLst>
        </pc:spChg>
        <pc:spChg chg="add del">
          <ac:chgData name="Deepa Paneru" userId="109592e82ad92d31" providerId="LiveId" clId="{DD419BE1-3242-4946-9F7F-B10F44B6E878}" dt="2026-09-22T02:48:19.148" v="181" actId="26606"/>
          <ac:spMkLst>
            <pc:docMk/>
            <pc:sldMk cId="849142948" sldId="273"/>
            <ac:spMk id="26" creationId="{56037404-66BD-46B5-9323-1B531319671A}"/>
          </ac:spMkLst>
        </pc:spChg>
        <pc:spChg chg="add">
          <ac:chgData name="Deepa Paneru" userId="109592e82ad92d31" providerId="LiveId" clId="{DD419BE1-3242-4946-9F7F-B10F44B6E878}" dt="2026-09-22T02:48:19.148" v="181" actId="26606"/>
          <ac:spMkLst>
            <pc:docMk/>
            <pc:sldMk cId="849142948" sldId="273"/>
            <ac:spMk id="31" creationId="{A8384FB5-9ADC-4DDC-881B-597D56F5B15D}"/>
          </ac:spMkLst>
        </pc:spChg>
        <pc:spChg chg="add">
          <ac:chgData name="Deepa Paneru" userId="109592e82ad92d31" providerId="LiveId" clId="{DD419BE1-3242-4946-9F7F-B10F44B6E878}" dt="2026-09-22T02:48:19.148" v="181" actId="26606"/>
          <ac:spMkLst>
            <pc:docMk/>
            <pc:sldMk cId="849142948" sldId="273"/>
            <ac:spMk id="33" creationId="{1199E1B1-A8C0-4FE8-A5A8-1CB41D69F857}"/>
          </ac:spMkLst>
        </pc:spChg>
        <pc:spChg chg="add">
          <ac:chgData name="Deepa Paneru" userId="109592e82ad92d31" providerId="LiveId" clId="{DD419BE1-3242-4946-9F7F-B10F44B6E878}" dt="2026-09-22T02:48:19.148" v="181" actId="26606"/>
          <ac:spMkLst>
            <pc:docMk/>
            <pc:sldMk cId="849142948" sldId="273"/>
            <ac:spMk id="35" creationId="{84A8DE83-DE75-4B41-9DB4-A7EC0B0DEC0B}"/>
          </ac:spMkLst>
        </pc:spChg>
        <pc:spChg chg="add">
          <ac:chgData name="Deepa Paneru" userId="109592e82ad92d31" providerId="LiveId" clId="{DD419BE1-3242-4946-9F7F-B10F44B6E878}" dt="2026-09-22T02:48:19.148" v="181" actId="26606"/>
          <ac:spMkLst>
            <pc:docMk/>
            <pc:sldMk cId="849142948" sldId="273"/>
            <ac:spMk id="37" creationId="{A7009A0A-BEF5-4EAC-AF15-E4F9F002E239}"/>
          </ac:spMkLst>
        </pc:spChg>
        <pc:picChg chg="add del mod ord">
          <ac:chgData name="Deepa Paneru" userId="109592e82ad92d31" providerId="LiveId" clId="{DD419BE1-3242-4946-9F7F-B10F44B6E878}" dt="2026-09-23T05:07:03.018" v="2376" actId="21"/>
          <ac:picMkLst>
            <pc:docMk/>
            <pc:sldMk cId="849142948" sldId="273"/>
            <ac:picMk id="5" creationId="{6646DD03-8BB3-6E5D-0A21-CA32750D5B18}"/>
          </ac:picMkLst>
        </pc:picChg>
      </pc:sldChg>
      <pc:sldChg chg="addSp delSp modSp new del mod setBg">
        <pc:chgData name="Deepa Paneru" userId="109592e82ad92d31" providerId="LiveId" clId="{DD419BE1-3242-4946-9F7F-B10F44B6E878}" dt="2026-09-22T17:31:55.017" v="1557" actId="47"/>
        <pc:sldMkLst>
          <pc:docMk/>
          <pc:sldMk cId="2639917239" sldId="274"/>
        </pc:sldMkLst>
        <pc:spChg chg="mod">
          <ac:chgData name="Deepa Paneru" userId="109592e82ad92d31" providerId="LiveId" clId="{DD419BE1-3242-4946-9F7F-B10F44B6E878}" dt="2026-09-22T02:57:39.405" v="237" actId="26606"/>
          <ac:spMkLst>
            <pc:docMk/>
            <pc:sldMk cId="2639917239" sldId="274"/>
            <ac:spMk id="2" creationId="{3E7B2701-C860-5BDC-CF46-83113E7E2407}"/>
          </ac:spMkLst>
        </pc:spChg>
        <pc:spChg chg="del">
          <ac:chgData name="Deepa Paneru" userId="109592e82ad92d31" providerId="LiveId" clId="{DD419BE1-3242-4946-9F7F-B10F44B6E878}" dt="2026-09-22T02:56:58.312" v="213" actId="22"/>
          <ac:spMkLst>
            <pc:docMk/>
            <pc:sldMk cId="2639917239" sldId="274"/>
            <ac:spMk id="3" creationId="{70984D34-60CB-B329-82F2-AEB3F88DFF4B}"/>
          </ac:spMkLst>
        </pc:spChg>
        <pc:spChg chg="add del">
          <ac:chgData name="Deepa Paneru" userId="109592e82ad92d31" providerId="LiveId" clId="{DD419BE1-3242-4946-9F7F-B10F44B6E878}" dt="2026-09-22T02:57:39.405" v="237" actId="26606"/>
          <ac:spMkLst>
            <pc:docMk/>
            <pc:sldMk cId="2639917239" sldId="274"/>
            <ac:spMk id="10" creationId="{F0DCC097-1DB8-4B6D-85D0-6FBA0E1CA4BA}"/>
          </ac:spMkLst>
        </pc:spChg>
        <pc:spChg chg="add del">
          <ac:chgData name="Deepa Paneru" userId="109592e82ad92d31" providerId="LiveId" clId="{DD419BE1-3242-4946-9F7F-B10F44B6E878}" dt="2026-09-22T02:57:39.405" v="237" actId="26606"/>
          <ac:spMkLst>
            <pc:docMk/>
            <pc:sldMk cId="2639917239" sldId="274"/>
            <ac:spMk id="12" creationId="{E0B58608-23C8-4441-994D-C6823EEE1DB7}"/>
          </ac:spMkLst>
        </pc:spChg>
        <pc:spChg chg="add">
          <ac:chgData name="Deepa Paneru" userId="109592e82ad92d31" providerId="LiveId" clId="{DD419BE1-3242-4946-9F7F-B10F44B6E878}" dt="2026-09-22T02:57:39.405" v="237" actId="26606"/>
          <ac:spMkLst>
            <pc:docMk/>
            <pc:sldMk cId="2639917239" sldId="274"/>
            <ac:spMk id="17" creationId="{A8384FB5-9ADC-4DDC-881B-597D56F5B15D}"/>
          </ac:spMkLst>
        </pc:spChg>
        <pc:spChg chg="add">
          <ac:chgData name="Deepa Paneru" userId="109592e82ad92d31" providerId="LiveId" clId="{DD419BE1-3242-4946-9F7F-B10F44B6E878}" dt="2026-09-22T02:57:39.405" v="237" actId="26606"/>
          <ac:spMkLst>
            <pc:docMk/>
            <pc:sldMk cId="2639917239" sldId="274"/>
            <ac:spMk id="19" creationId="{1199E1B1-A8C0-4FE8-A5A8-1CB41D69F857}"/>
          </ac:spMkLst>
        </pc:spChg>
        <pc:spChg chg="add">
          <ac:chgData name="Deepa Paneru" userId="109592e82ad92d31" providerId="LiveId" clId="{DD419BE1-3242-4946-9F7F-B10F44B6E878}" dt="2026-09-22T02:57:39.405" v="237" actId="26606"/>
          <ac:spMkLst>
            <pc:docMk/>
            <pc:sldMk cId="2639917239" sldId="274"/>
            <ac:spMk id="21" creationId="{84A8DE83-DE75-4B41-9DB4-A7EC0B0DEC0B}"/>
          </ac:spMkLst>
        </pc:spChg>
        <pc:spChg chg="add">
          <ac:chgData name="Deepa Paneru" userId="109592e82ad92d31" providerId="LiveId" clId="{DD419BE1-3242-4946-9F7F-B10F44B6E878}" dt="2026-09-22T02:57:39.405" v="237" actId="26606"/>
          <ac:spMkLst>
            <pc:docMk/>
            <pc:sldMk cId="2639917239" sldId="274"/>
            <ac:spMk id="23" creationId="{A7009A0A-BEF5-4EAC-AF15-E4F9F002E239}"/>
          </ac:spMkLst>
        </pc:spChg>
        <pc:picChg chg="add mod ord">
          <ac:chgData name="Deepa Paneru" userId="109592e82ad92d31" providerId="LiveId" clId="{DD419BE1-3242-4946-9F7F-B10F44B6E878}" dt="2026-09-22T02:57:39.405" v="237" actId="26606"/>
          <ac:picMkLst>
            <pc:docMk/>
            <pc:sldMk cId="2639917239" sldId="274"/>
            <ac:picMk id="5" creationId="{40E48CC5-41FB-16CD-8194-B86C5CD246E3}"/>
          </ac:picMkLst>
        </pc:picChg>
      </pc:sldChg>
      <pc:sldChg chg="addSp delSp modSp new mod setBg">
        <pc:chgData name="Deepa Paneru" userId="109592e82ad92d31" providerId="LiveId" clId="{DD419BE1-3242-4946-9F7F-B10F44B6E878}" dt="2026-09-23T05:14:06.046" v="2499" actId="122"/>
        <pc:sldMkLst>
          <pc:docMk/>
          <pc:sldMk cId="2416236113" sldId="275"/>
        </pc:sldMkLst>
        <pc:spChg chg="mod">
          <ac:chgData name="Deepa Paneru" userId="109592e82ad92d31" providerId="LiveId" clId="{DD419BE1-3242-4946-9F7F-B10F44B6E878}" dt="2026-09-23T05:14:06.046" v="2499" actId="122"/>
          <ac:spMkLst>
            <pc:docMk/>
            <pc:sldMk cId="2416236113" sldId="275"/>
            <ac:spMk id="2" creationId="{64B9383C-100B-8539-0612-6630E15E59DF}"/>
          </ac:spMkLst>
        </pc:spChg>
        <pc:spChg chg="add del mod">
          <ac:chgData name="Deepa Paneru" userId="109592e82ad92d31" providerId="LiveId" clId="{DD419BE1-3242-4946-9F7F-B10F44B6E878}" dt="2026-09-22T17:34:17.133" v="1583" actId="20577"/>
          <ac:spMkLst>
            <pc:docMk/>
            <pc:sldMk cId="2416236113" sldId="275"/>
            <ac:spMk id="3" creationId="{807684B5-127C-7EA4-C219-FF8AC904DF78}"/>
          </ac:spMkLst>
        </pc:spChg>
        <pc:spChg chg="add del">
          <ac:chgData name="Deepa Paneru" userId="109592e82ad92d31" providerId="LiveId" clId="{DD419BE1-3242-4946-9F7F-B10F44B6E878}" dt="2026-09-22T17:34:02.739" v="1580" actId="26606"/>
          <ac:spMkLst>
            <pc:docMk/>
            <pc:sldMk cId="2416236113" sldId="275"/>
            <ac:spMk id="9" creationId="{BACC6370-2D7E-4714-9D71-7542949D7D5D}"/>
          </ac:spMkLst>
        </pc:spChg>
        <pc:spChg chg="add del">
          <ac:chgData name="Deepa Paneru" userId="109592e82ad92d31" providerId="LiveId" clId="{DD419BE1-3242-4946-9F7F-B10F44B6E878}" dt="2026-09-22T17:34:02.739" v="1580" actId="26606"/>
          <ac:spMkLst>
            <pc:docMk/>
            <pc:sldMk cId="2416236113" sldId="275"/>
            <ac:spMk id="11" creationId="{F68B3F68-107C-434F-AA38-110D5EA91B85}"/>
          </ac:spMkLst>
        </pc:spChg>
        <pc:spChg chg="add del">
          <ac:chgData name="Deepa Paneru" userId="109592e82ad92d31" providerId="LiveId" clId="{DD419BE1-3242-4946-9F7F-B10F44B6E878}" dt="2026-09-22T17:34:02.739" v="1580" actId="26606"/>
          <ac:spMkLst>
            <pc:docMk/>
            <pc:sldMk cId="2416236113" sldId="275"/>
            <ac:spMk id="13" creationId="{AAD0DBB9-1A4B-4391-81D4-CB19F9AB918A}"/>
          </ac:spMkLst>
        </pc:spChg>
        <pc:spChg chg="add del">
          <ac:chgData name="Deepa Paneru" userId="109592e82ad92d31" providerId="LiveId" clId="{DD419BE1-3242-4946-9F7F-B10F44B6E878}" dt="2026-09-22T17:34:02.739" v="1580" actId="26606"/>
          <ac:spMkLst>
            <pc:docMk/>
            <pc:sldMk cId="2416236113" sldId="275"/>
            <ac:spMk id="15" creationId="{063BBA22-50EA-4C4D-BE05-F1CE4E63AA56}"/>
          </ac:spMkLst>
        </pc:spChg>
        <pc:graphicFrameChg chg="add del">
          <ac:chgData name="Deepa Paneru" userId="109592e82ad92d31" providerId="LiveId" clId="{DD419BE1-3242-4946-9F7F-B10F44B6E878}" dt="2026-09-22T17:34:02.739" v="1580" actId="26606"/>
          <ac:graphicFrameMkLst>
            <pc:docMk/>
            <pc:sldMk cId="2416236113" sldId="275"/>
            <ac:graphicFrameMk id="5" creationId="{A5491C8F-6475-DF09-10BF-08E11DDE7C94}"/>
          </ac:graphicFrameMkLst>
        </pc:graphicFrameChg>
      </pc:sldChg>
      <pc:sldChg chg="addSp delSp modSp new mod">
        <pc:chgData name="Deepa Paneru" userId="109592e82ad92d31" providerId="LiveId" clId="{DD419BE1-3242-4946-9F7F-B10F44B6E878}" dt="2026-09-22T17:39:57.568" v="1713" actId="113"/>
        <pc:sldMkLst>
          <pc:docMk/>
          <pc:sldMk cId="1563354693" sldId="276"/>
        </pc:sldMkLst>
        <pc:spChg chg="mod">
          <ac:chgData name="Deepa Paneru" userId="109592e82ad92d31" providerId="LiveId" clId="{DD419BE1-3242-4946-9F7F-B10F44B6E878}" dt="2026-09-22T03:26:06.401" v="516" actId="14100"/>
          <ac:spMkLst>
            <pc:docMk/>
            <pc:sldMk cId="1563354693" sldId="276"/>
            <ac:spMk id="2" creationId="{7D93243D-1800-C809-39CA-FF88AA49946F}"/>
          </ac:spMkLst>
        </pc:spChg>
        <pc:spChg chg="mod">
          <ac:chgData name="Deepa Paneru" userId="109592e82ad92d31" providerId="LiveId" clId="{DD419BE1-3242-4946-9F7F-B10F44B6E878}" dt="2026-09-22T17:39:57.568" v="1713" actId="113"/>
          <ac:spMkLst>
            <pc:docMk/>
            <pc:sldMk cId="1563354693" sldId="276"/>
            <ac:spMk id="3" creationId="{DF42BE51-7600-844B-54CA-FDC87752DC21}"/>
          </ac:spMkLst>
        </pc:spChg>
        <pc:spChg chg="add del mod">
          <ac:chgData name="Deepa Paneru" userId="109592e82ad92d31" providerId="LiveId" clId="{DD419BE1-3242-4946-9F7F-B10F44B6E878}" dt="2026-09-22T03:19:10.475" v="421" actId="11529"/>
          <ac:spMkLst>
            <pc:docMk/>
            <pc:sldMk cId="1563354693" sldId="276"/>
            <ac:spMk id="4" creationId="{81AE44D6-BF97-EF8E-7F0D-72AE0E70B700}"/>
          </ac:spMkLst>
        </pc:spChg>
      </pc:sldChg>
      <pc:sldChg chg="addSp delSp modSp new del mod setBg">
        <pc:chgData name="Deepa Paneru" userId="109592e82ad92d31" providerId="LiveId" clId="{DD419BE1-3242-4946-9F7F-B10F44B6E878}" dt="2026-09-23T05:10:35.869" v="2435" actId="47"/>
        <pc:sldMkLst>
          <pc:docMk/>
          <pc:sldMk cId="2236413128" sldId="277"/>
        </pc:sldMkLst>
        <pc:spChg chg="mod">
          <ac:chgData name="Deepa Paneru" userId="109592e82ad92d31" providerId="LiveId" clId="{DD419BE1-3242-4946-9F7F-B10F44B6E878}" dt="2026-09-22T03:46:14.819" v="729" actId="26606"/>
          <ac:spMkLst>
            <pc:docMk/>
            <pc:sldMk cId="2236413128" sldId="277"/>
            <ac:spMk id="2" creationId="{0F3977EC-9B0B-4C1D-86CB-3DA193356995}"/>
          </ac:spMkLst>
        </pc:spChg>
        <pc:spChg chg="del">
          <ac:chgData name="Deepa Paneru" userId="109592e82ad92d31" providerId="LiveId" clId="{DD419BE1-3242-4946-9F7F-B10F44B6E878}" dt="2026-09-22T03:33:27.605" v="646" actId="22"/>
          <ac:spMkLst>
            <pc:docMk/>
            <pc:sldMk cId="2236413128" sldId="277"/>
            <ac:spMk id="3" creationId="{BAB9E1D1-3D23-11BF-5065-6B0BA559ABE8}"/>
          </ac:spMkLst>
        </pc:spChg>
        <pc:spChg chg="add mod">
          <ac:chgData name="Deepa Paneru" userId="109592e82ad92d31" providerId="LiveId" clId="{DD419BE1-3242-4946-9F7F-B10F44B6E878}" dt="2026-09-23T05:10:28.849" v="2432" actId="21"/>
          <ac:spMkLst>
            <pc:docMk/>
            <pc:sldMk cId="2236413128" sldId="277"/>
            <ac:spMk id="4" creationId="{22EAAAA6-02D5-73BF-B0E0-AC3E6588CA75}"/>
          </ac:spMkLst>
        </pc:spChg>
        <pc:spChg chg="add del">
          <ac:chgData name="Deepa Paneru" userId="109592e82ad92d31" providerId="LiveId" clId="{DD419BE1-3242-4946-9F7F-B10F44B6E878}" dt="2026-09-22T03:46:14.819" v="729" actId="26606"/>
          <ac:spMkLst>
            <pc:docMk/>
            <pc:sldMk cId="2236413128" sldId="277"/>
            <ac:spMk id="10" creationId="{A4AC5506-6312-4701-8D3C-40187889A947}"/>
          </ac:spMkLst>
        </pc:spChg>
        <pc:spChg chg="add">
          <ac:chgData name="Deepa Paneru" userId="109592e82ad92d31" providerId="LiveId" clId="{DD419BE1-3242-4946-9F7F-B10F44B6E878}" dt="2026-09-22T03:46:14.819" v="729" actId="26606"/>
          <ac:spMkLst>
            <pc:docMk/>
            <pc:sldMk cId="2236413128" sldId="277"/>
            <ac:spMk id="15" creationId="{A8384FB5-9ADC-4DDC-881B-597D56F5B15D}"/>
          </ac:spMkLst>
        </pc:spChg>
        <pc:spChg chg="add">
          <ac:chgData name="Deepa Paneru" userId="109592e82ad92d31" providerId="LiveId" clId="{DD419BE1-3242-4946-9F7F-B10F44B6E878}" dt="2026-09-22T03:46:14.819" v="729" actId="26606"/>
          <ac:spMkLst>
            <pc:docMk/>
            <pc:sldMk cId="2236413128" sldId="277"/>
            <ac:spMk id="17" creationId="{1199E1B1-A8C0-4FE8-A5A8-1CB41D69F857}"/>
          </ac:spMkLst>
        </pc:spChg>
        <pc:spChg chg="add">
          <ac:chgData name="Deepa Paneru" userId="109592e82ad92d31" providerId="LiveId" clId="{DD419BE1-3242-4946-9F7F-B10F44B6E878}" dt="2026-09-22T03:46:14.819" v="729" actId="26606"/>
          <ac:spMkLst>
            <pc:docMk/>
            <pc:sldMk cId="2236413128" sldId="277"/>
            <ac:spMk id="19" creationId="{84A8DE83-DE75-4B41-9DB4-A7EC0B0DEC0B}"/>
          </ac:spMkLst>
        </pc:spChg>
        <pc:spChg chg="add">
          <ac:chgData name="Deepa Paneru" userId="109592e82ad92d31" providerId="LiveId" clId="{DD419BE1-3242-4946-9F7F-B10F44B6E878}" dt="2026-09-22T03:46:14.819" v="729" actId="26606"/>
          <ac:spMkLst>
            <pc:docMk/>
            <pc:sldMk cId="2236413128" sldId="277"/>
            <ac:spMk id="21" creationId="{A7009A0A-BEF5-4EAC-AF15-E4F9F002E239}"/>
          </ac:spMkLst>
        </pc:spChg>
        <pc:picChg chg="add del mod ord">
          <ac:chgData name="Deepa Paneru" userId="109592e82ad92d31" providerId="LiveId" clId="{DD419BE1-3242-4946-9F7F-B10F44B6E878}" dt="2026-09-23T05:10:28.849" v="2432" actId="21"/>
          <ac:picMkLst>
            <pc:docMk/>
            <pc:sldMk cId="2236413128" sldId="277"/>
            <ac:picMk id="5" creationId="{AE100E71-EC1E-8A6A-1C39-AFD39B4373A7}"/>
          </ac:picMkLst>
        </pc:picChg>
      </pc:sldChg>
      <pc:sldChg chg="addSp delSp modSp new del mod setBg">
        <pc:chgData name="Deepa Paneru" userId="109592e82ad92d31" providerId="LiveId" clId="{DD419BE1-3242-4946-9F7F-B10F44B6E878}" dt="2026-09-23T05:11:25.866" v="2459" actId="47"/>
        <pc:sldMkLst>
          <pc:docMk/>
          <pc:sldMk cId="50259292" sldId="278"/>
        </pc:sldMkLst>
        <pc:spChg chg="mod">
          <ac:chgData name="Deepa Paneru" userId="109592e82ad92d31" providerId="LiveId" clId="{DD419BE1-3242-4946-9F7F-B10F44B6E878}" dt="2026-09-22T03:46:09.869" v="728" actId="26606"/>
          <ac:spMkLst>
            <pc:docMk/>
            <pc:sldMk cId="50259292" sldId="278"/>
            <ac:spMk id="2" creationId="{387B7F6E-9492-76A4-C188-D844F15DA86D}"/>
          </ac:spMkLst>
        </pc:spChg>
        <pc:spChg chg="del">
          <ac:chgData name="Deepa Paneru" userId="109592e82ad92d31" providerId="LiveId" clId="{DD419BE1-3242-4946-9F7F-B10F44B6E878}" dt="2026-09-22T03:35:09.993" v="653" actId="22"/>
          <ac:spMkLst>
            <pc:docMk/>
            <pc:sldMk cId="50259292" sldId="278"/>
            <ac:spMk id="3" creationId="{4683A39C-3409-05C7-3BBE-1AD1793B8E23}"/>
          </ac:spMkLst>
        </pc:spChg>
        <pc:spChg chg="add del mod">
          <ac:chgData name="Deepa Paneru" userId="109592e82ad92d31" providerId="LiveId" clId="{DD419BE1-3242-4946-9F7F-B10F44B6E878}" dt="2026-09-23T05:10:57.237" v="2455"/>
          <ac:spMkLst>
            <pc:docMk/>
            <pc:sldMk cId="50259292" sldId="278"/>
            <ac:spMk id="4" creationId="{24E4AE57-FC4B-1A7F-4D77-793856375962}"/>
          </ac:spMkLst>
        </pc:spChg>
        <pc:spChg chg="add mod">
          <ac:chgData name="Deepa Paneru" userId="109592e82ad92d31" providerId="LiveId" clId="{DD419BE1-3242-4946-9F7F-B10F44B6E878}" dt="2026-09-23T05:11:13.657" v="2456" actId="21"/>
          <ac:spMkLst>
            <pc:docMk/>
            <pc:sldMk cId="50259292" sldId="278"/>
            <ac:spMk id="8" creationId="{163FC8D7-D27A-52A8-F4EF-B4D91FC900DD}"/>
          </ac:spMkLst>
        </pc:spChg>
        <pc:spChg chg="add del">
          <ac:chgData name="Deepa Paneru" userId="109592e82ad92d31" providerId="LiveId" clId="{DD419BE1-3242-4946-9F7F-B10F44B6E878}" dt="2026-09-22T03:46:09.869" v="728" actId="26606"/>
          <ac:spMkLst>
            <pc:docMk/>
            <pc:sldMk cId="50259292" sldId="278"/>
            <ac:spMk id="10" creationId="{A4AC5506-6312-4701-8D3C-40187889A947}"/>
          </ac:spMkLst>
        </pc:spChg>
        <pc:spChg chg="add">
          <ac:chgData name="Deepa Paneru" userId="109592e82ad92d31" providerId="LiveId" clId="{DD419BE1-3242-4946-9F7F-B10F44B6E878}" dt="2026-09-22T03:46:09.869" v="728" actId="26606"/>
          <ac:spMkLst>
            <pc:docMk/>
            <pc:sldMk cId="50259292" sldId="278"/>
            <ac:spMk id="15" creationId="{A8384FB5-9ADC-4DDC-881B-597D56F5B15D}"/>
          </ac:spMkLst>
        </pc:spChg>
        <pc:spChg chg="add">
          <ac:chgData name="Deepa Paneru" userId="109592e82ad92d31" providerId="LiveId" clId="{DD419BE1-3242-4946-9F7F-B10F44B6E878}" dt="2026-09-22T03:46:09.869" v="728" actId="26606"/>
          <ac:spMkLst>
            <pc:docMk/>
            <pc:sldMk cId="50259292" sldId="278"/>
            <ac:spMk id="17" creationId="{1199E1B1-A8C0-4FE8-A5A8-1CB41D69F857}"/>
          </ac:spMkLst>
        </pc:spChg>
        <pc:spChg chg="add">
          <ac:chgData name="Deepa Paneru" userId="109592e82ad92d31" providerId="LiveId" clId="{DD419BE1-3242-4946-9F7F-B10F44B6E878}" dt="2026-09-22T03:46:09.869" v="728" actId="26606"/>
          <ac:spMkLst>
            <pc:docMk/>
            <pc:sldMk cId="50259292" sldId="278"/>
            <ac:spMk id="19" creationId="{84A8DE83-DE75-4B41-9DB4-A7EC0B0DEC0B}"/>
          </ac:spMkLst>
        </pc:spChg>
        <pc:spChg chg="add">
          <ac:chgData name="Deepa Paneru" userId="109592e82ad92d31" providerId="LiveId" clId="{DD419BE1-3242-4946-9F7F-B10F44B6E878}" dt="2026-09-22T03:46:09.869" v="728" actId="26606"/>
          <ac:spMkLst>
            <pc:docMk/>
            <pc:sldMk cId="50259292" sldId="278"/>
            <ac:spMk id="21" creationId="{A7009A0A-BEF5-4EAC-AF15-E4F9F002E239}"/>
          </ac:spMkLst>
        </pc:spChg>
        <pc:picChg chg="add del mod ord">
          <ac:chgData name="Deepa Paneru" userId="109592e82ad92d31" providerId="LiveId" clId="{DD419BE1-3242-4946-9F7F-B10F44B6E878}" dt="2026-09-23T05:10:52.392" v="2453" actId="21"/>
          <ac:picMkLst>
            <pc:docMk/>
            <pc:sldMk cId="50259292" sldId="278"/>
            <ac:picMk id="5" creationId="{40E7047E-E2FC-5C40-2098-F1E9AEDD9196}"/>
          </ac:picMkLst>
        </pc:picChg>
        <pc:picChg chg="add del mod">
          <ac:chgData name="Deepa Paneru" userId="109592e82ad92d31" providerId="LiveId" clId="{DD419BE1-3242-4946-9F7F-B10F44B6E878}" dt="2026-09-23T05:11:13.657" v="2456" actId="21"/>
          <ac:picMkLst>
            <pc:docMk/>
            <pc:sldMk cId="50259292" sldId="278"/>
            <ac:picMk id="6" creationId="{40E7047E-E2FC-5C40-2098-F1E9AEDD9196}"/>
          </ac:picMkLst>
        </pc:picChg>
      </pc:sldChg>
      <pc:sldChg chg="addSp delSp modSp new del mod setBg">
        <pc:chgData name="Deepa Paneru" userId="109592e82ad92d31" providerId="LiveId" clId="{DD419BE1-3242-4946-9F7F-B10F44B6E878}" dt="2026-09-23T05:12:06.576" v="2491" actId="47"/>
        <pc:sldMkLst>
          <pc:docMk/>
          <pc:sldMk cId="3056635336" sldId="279"/>
        </pc:sldMkLst>
        <pc:spChg chg="mod">
          <ac:chgData name="Deepa Paneru" userId="109592e82ad92d31" providerId="LiveId" clId="{DD419BE1-3242-4946-9F7F-B10F44B6E878}" dt="2026-09-22T17:41:22.331" v="1716" actId="122"/>
          <ac:spMkLst>
            <pc:docMk/>
            <pc:sldMk cId="3056635336" sldId="279"/>
            <ac:spMk id="2" creationId="{FC0F1593-7679-60B8-7DF0-B97D0B0B22DF}"/>
          </ac:spMkLst>
        </pc:spChg>
        <pc:spChg chg="del mod">
          <ac:chgData name="Deepa Paneru" userId="109592e82ad92d31" providerId="LiveId" clId="{DD419BE1-3242-4946-9F7F-B10F44B6E878}" dt="2026-09-22T03:39:33.690" v="705" actId="26606"/>
          <ac:spMkLst>
            <pc:docMk/>
            <pc:sldMk cId="3056635336" sldId="279"/>
            <ac:spMk id="3" creationId="{C4F9FF93-D8F2-8F5A-0CCE-E0EFF3090FB0}"/>
          </ac:spMkLst>
        </pc:spChg>
        <pc:spChg chg="add">
          <ac:chgData name="Deepa Paneru" userId="109592e82ad92d31" providerId="LiveId" clId="{DD419BE1-3242-4946-9F7F-B10F44B6E878}" dt="2026-09-22T03:39:33.690" v="705" actId="26606"/>
          <ac:spMkLst>
            <pc:docMk/>
            <pc:sldMk cId="3056635336" sldId="279"/>
            <ac:spMk id="9" creationId="{BACC6370-2D7E-4714-9D71-7542949D7D5D}"/>
          </ac:spMkLst>
        </pc:spChg>
        <pc:spChg chg="add">
          <ac:chgData name="Deepa Paneru" userId="109592e82ad92d31" providerId="LiveId" clId="{DD419BE1-3242-4946-9F7F-B10F44B6E878}" dt="2026-09-22T03:39:33.690" v="705" actId="26606"/>
          <ac:spMkLst>
            <pc:docMk/>
            <pc:sldMk cId="3056635336" sldId="279"/>
            <ac:spMk id="11" creationId="{F68B3F68-107C-434F-AA38-110D5EA91B85}"/>
          </ac:spMkLst>
        </pc:spChg>
        <pc:spChg chg="add">
          <ac:chgData name="Deepa Paneru" userId="109592e82ad92d31" providerId="LiveId" clId="{DD419BE1-3242-4946-9F7F-B10F44B6E878}" dt="2026-09-22T03:39:33.690" v="705" actId="26606"/>
          <ac:spMkLst>
            <pc:docMk/>
            <pc:sldMk cId="3056635336" sldId="279"/>
            <ac:spMk id="13" creationId="{AAD0DBB9-1A4B-4391-81D4-CB19F9AB918A}"/>
          </ac:spMkLst>
        </pc:spChg>
        <pc:spChg chg="add">
          <ac:chgData name="Deepa Paneru" userId="109592e82ad92d31" providerId="LiveId" clId="{DD419BE1-3242-4946-9F7F-B10F44B6E878}" dt="2026-09-22T03:39:33.690" v="705" actId="26606"/>
          <ac:spMkLst>
            <pc:docMk/>
            <pc:sldMk cId="3056635336" sldId="279"/>
            <ac:spMk id="15" creationId="{063BBA22-50EA-4C4D-BE05-F1CE4E63AA56}"/>
          </ac:spMkLst>
        </pc:spChg>
        <pc:graphicFrameChg chg="add mod modGraphic">
          <ac:chgData name="Deepa Paneru" userId="109592e82ad92d31" providerId="LiveId" clId="{DD419BE1-3242-4946-9F7F-B10F44B6E878}" dt="2026-09-23T05:11:53.613" v="2489"/>
          <ac:graphicFrameMkLst>
            <pc:docMk/>
            <pc:sldMk cId="3056635336" sldId="279"/>
            <ac:graphicFrameMk id="5" creationId="{FD781EF1-C2D8-359B-A14B-F7AAA0A4BA3B}"/>
          </ac:graphicFrameMkLst>
        </pc:graphicFrameChg>
      </pc:sldChg>
      <pc:sldChg chg="addSp delSp modSp new del mod setBg">
        <pc:chgData name="Deepa Paneru" userId="109592e82ad92d31" providerId="LiveId" clId="{DD419BE1-3242-4946-9F7F-B10F44B6E878}" dt="2026-09-23T05:02:29.886" v="2246" actId="47"/>
        <pc:sldMkLst>
          <pc:docMk/>
          <pc:sldMk cId="463690787" sldId="280"/>
        </pc:sldMkLst>
        <pc:spChg chg="mod">
          <ac:chgData name="Deepa Paneru" userId="109592e82ad92d31" providerId="LiveId" clId="{DD419BE1-3242-4946-9F7F-B10F44B6E878}" dt="2026-09-22T16:51:17.724" v="900" actId="122"/>
          <ac:spMkLst>
            <pc:docMk/>
            <pc:sldMk cId="463690787" sldId="280"/>
            <ac:spMk id="2" creationId="{61BF3517-9242-E620-2424-8EC34F409D1C}"/>
          </ac:spMkLst>
        </pc:spChg>
        <pc:spChg chg="mod">
          <ac:chgData name="Deepa Paneru" userId="109592e82ad92d31" providerId="LiveId" clId="{DD419BE1-3242-4946-9F7F-B10F44B6E878}" dt="2026-09-23T05:00:30.449" v="2198" actId="27636"/>
          <ac:spMkLst>
            <pc:docMk/>
            <pc:sldMk cId="463690787" sldId="280"/>
            <ac:spMk id="3" creationId="{33336818-0AF2-A866-343A-1D3C4BEB4A6B}"/>
          </ac:spMkLst>
        </pc:spChg>
        <pc:spChg chg="add del mod">
          <ac:chgData name="Deepa Paneru" userId="109592e82ad92d31" providerId="LiveId" clId="{DD419BE1-3242-4946-9F7F-B10F44B6E878}" dt="2026-09-22T16:54:08.908" v="919"/>
          <ac:spMkLst>
            <pc:docMk/>
            <pc:sldMk cId="463690787" sldId="280"/>
            <ac:spMk id="4" creationId="{191F0E39-C3FF-758B-D971-980690AE89EC}"/>
          </ac:spMkLst>
        </pc:spChg>
        <pc:spChg chg="add">
          <ac:chgData name="Deepa Paneru" userId="109592e82ad92d31" providerId="LiveId" clId="{DD419BE1-3242-4946-9F7F-B10F44B6E878}" dt="2026-09-22T16:51:08.725" v="899" actId="26606"/>
          <ac:spMkLst>
            <pc:docMk/>
            <pc:sldMk cId="463690787" sldId="280"/>
            <ac:spMk id="8" creationId="{1B15ED52-F352-441B-82BF-E0EA34836D08}"/>
          </ac:spMkLst>
        </pc:spChg>
        <pc:spChg chg="add">
          <ac:chgData name="Deepa Paneru" userId="109592e82ad92d31" providerId="LiveId" clId="{DD419BE1-3242-4946-9F7F-B10F44B6E878}" dt="2026-09-22T16:51:08.725" v="899" actId="26606"/>
          <ac:spMkLst>
            <pc:docMk/>
            <pc:sldMk cId="463690787" sldId="280"/>
            <ac:spMk id="10" creationId="{3B2E3793-BFE6-45A2-9B7B-E18844431C99}"/>
          </ac:spMkLst>
        </pc:spChg>
        <pc:spChg chg="add">
          <ac:chgData name="Deepa Paneru" userId="109592e82ad92d31" providerId="LiveId" clId="{DD419BE1-3242-4946-9F7F-B10F44B6E878}" dt="2026-09-22T16:51:08.725" v="899" actId="26606"/>
          <ac:spMkLst>
            <pc:docMk/>
            <pc:sldMk cId="463690787" sldId="280"/>
            <ac:spMk id="12" creationId="{BC4C4868-CB8F-4AF9-9CDB-8108F2C19B67}"/>
          </ac:spMkLst>
        </pc:spChg>
        <pc:spChg chg="add">
          <ac:chgData name="Deepa Paneru" userId="109592e82ad92d31" providerId="LiveId" clId="{DD419BE1-3242-4946-9F7F-B10F44B6E878}" dt="2026-09-22T16:51:08.725" v="899" actId="26606"/>
          <ac:spMkLst>
            <pc:docMk/>
            <pc:sldMk cId="463690787" sldId="280"/>
            <ac:spMk id="14" creationId="{375E0459-6403-40CD-989D-56A4407CA12E}"/>
          </ac:spMkLst>
        </pc:spChg>
        <pc:spChg chg="add">
          <ac:chgData name="Deepa Paneru" userId="109592e82ad92d31" providerId="LiveId" clId="{DD419BE1-3242-4946-9F7F-B10F44B6E878}" dt="2026-09-22T16:51:08.725" v="899" actId="26606"/>
          <ac:spMkLst>
            <pc:docMk/>
            <pc:sldMk cId="463690787" sldId="280"/>
            <ac:spMk id="16" creationId="{53E5B1A8-3AC9-4BD1-9BBC-78CA94F2D1BA}"/>
          </ac:spMkLst>
        </pc:spChg>
      </pc:sldChg>
      <pc:sldChg chg="addSp delSp modSp new mod">
        <pc:chgData name="Deepa Paneru" userId="109592e82ad92d31" providerId="LiveId" clId="{DD419BE1-3242-4946-9F7F-B10F44B6E878}" dt="2026-09-22T17:07:35.207" v="1147" actId="122"/>
        <pc:sldMkLst>
          <pc:docMk/>
          <pc:sldMk cId="3428779692" sldId="281"/>
        </pc:sldMkLst>
        <pc:spChg chg="mod">
          <ac:chgData name="Deepa Paneru" userId="109592e82ad92d31" providerId="LiveId" clId="{DD419BE1-3242-4946-9F7F-B10F44B6E878}" dt="2026-09-22T17:07:35.207" v="1147" actId="122"/>
          <ac:spMkLst>
            <pc:docMk/>
            <pc:sldMk cId="3428779692" sldId="281"/>
            <ac:spMk id="2" creationId="{D896201B-36C2-028C-D23C-D557FA33D30F}"/>
          </ac:spMkLst>
        </pc:spChg>
        <pc:spChg chg="del">
          <ac:chgData name="Deepa Paneru" userId="109592e82ad92d31" providerId="LiveId" clId="{DD419BE1-3242-4946-9F7F-B10F44B6E878}" dt="2026-09-22T17:05:59.366" v="1132"/>
          <ac:spMkLst>
            <pc:docMk/>
            <pc:sldMk cId="3428779692" sldId="281"/>
            <ac:spMk id="3" creationId="{895218E0-04B8-0D5B-74C2-905E19368D04}"/>
          </ac:spMkLst>
        </pc:spChg>
        <pc:picChg chg="add mod">
          <ac:chgData name="Deepa Paneru" userId="109592e82ad92d31" providerId="LiveId" clId="{DD419BE1-3242-4946-9F7F-B10F44B6E878}" dt="2026-09-22T17:05:59.366" v="1132"/>
          <ac:picMkLst>
            <pc:docMk/>
            <pc:sldMk cId="3428779692" sldId="281"/>
            <ac:picMk id="13" creationId="{FB0744CF-D1A2-7C12-3760-5FB9C0A4B36A}"/>
          </ac:picMkLst>
        </pc:picChg>
      </pc:sldChg>
      <pc:sldChg chg="modSp new mod">
        <pc:chgData name="Deepa Paneru" userId="109592e82ad92d31" providerId="LiveId" clId="{DD419BE1-3242-4946-9F7F-B10F44B6E878}" dt="2026-09-22T17:11:02.469" v="1193"/>
        <pc:sldMkLst>
          <pc:docMk/>
          <pc:sldMk cId="3685704835" sldId="282"/>
        </pc:sldMkLst>
        <pc:spChg chg="mod">
          <ac:chgData name="Deepa Paneru" userId="109592e82ad92d31" providerId="LiveId" clId="{DD419BE1-3242-4946-9F7F-B10F44B6E878}" dt="2026-09-22T17:08:43.708" v="1150" actId="122"/>
          <ac:spMkLst>
            <pc:docMk/>
            <pc:sldMk cId="3685704835" sldId="282"/>
            <ac:spMk id="2" creationId="{EDB4A031-147D-3658-B8C3-ECB0AEE79EE5}"/>
          </ac:spMkLst>
        </pc:spChg>
        <pc:spChg chg="mod">
          <ac:chgData name="Deepa Paneru" userId="109592e82ad92d31" providerId="LiveId" clId="{DD419BE1-3242-4946-9F7F-B10F44B6E878}" dt="2026-09-22T17:11:02.469" v="1193"/>
          <ac:spMkLst>
            <pc:docMk/>
            <pc:sldMk cId="3685704835" sldId="282"/>
            <ac:spMk id="3" creationId="{120E943B-A8CD-6C19-51C9-F58217AC274A}"/>
          </ac:spMkLst>
        </pc:spChg>
      </pc:sldChg>
      <pc:sldChg chg="modSp new mod">
        <pc:chgData name="Deepa Paneru" userId="109592e82ad92d31" providerId="LiveId" clId="{DD419BE1-3242-4946-9F7F-B10F44B6E878}" dt="2026-09-22T17:15:07.402" v="1300" actId="20577"/>
        <pc:sldMkLst>
          <pc:docMk/>
          <pc:sldMk cId="203132836" sldId="283"/>
        </pc:sldMkLst>
        <pc:spChg chg="mod">
          <ac:chgData name="Deepa Paneru" userId="109592e82ad92d31" providerId="LiveId" clId="{DD419BE1-3242-4946-9F7F-B10F44B6E878}" dt="2026-09-22T17:15:07.402" v="1300" actId="20577"/>
          <ac:spMkLst>
            <pc:docMk/>
            <pc:sldMk cId="203132836" sldId="283"/>
            <ac:spMk id="3" creationId="{D3665783-DF1D-AE4C-9492-0135772F4555}"/>
          </ac:spMkLst>
        </pc:spChg>
      </pc:sldChg>
      <pc:sldChg chg="addSp delSp modSp new add del mod">
        <pc:chgData name="Deepa Paneru" userId="109592e82ad92d31" providerId="LiveId" clId="{DD419BE1-3242-4946-9F7F-B10F44B6E878}" dt="2026-09-22T17:54:35" v="2109" actId="14100"/>
        <pc:sldMkLst>
          <pc:docMk/>
          <pc:sldMk cId="1434116409" sldId="284"/>
        </pc:sldMkLst>
        <pc:spChg chg="mod">
          <ac:chgData name="Deepa Paneru" userId="109592e82ad92d31" providerId="LiveId" clId="{DD419BE1-3242-4946-9F7F-B10F44B6E878}" dt="2026-09-22T17:17:37.542" v="1327" actId="122"/>
          <ac:spMkLst>
            <pc:docMk/>
            <pc:sldMk cId="1434116409" sldId="284"/>
            <ac:spMk id="2" creationId="{F6DED644-7C09-2416-3F92-213C04C88CB2}"/>
          </ac:spMkLst>
        </pc:spChg>
        <pc:spChg chg="del">
          <ac:chgData name="Deepa Paneru" userId="109592e82ad92d31" providerId="LiveId" clId="{DD419BE1-3242-4946-9F7F-B10F44B6E878}" dt="2026-09-22T17:16:32.788" v="1319" actId="22"/>
          <ac:spMkLst>
            <pc:docMk/>
            <pc:sldMk cId="1434116409" sldId="284"/>
            <ac:spMk id="3" creationId="{97133182-30F6-43F1-1B55-7C2457DA8DAB}"/>
          </ac:spMkLst>
        </pc:spChg>
        <pc:spChg chg="add mod">
          <ac:chgData name="Deepa Paneru" userId="109592e82ad92d31" providerId="LiveId" clId="{DD419BE1-3242-4946-9F7F-B10F44B6E878}" dt="2026-09-22T17:19:54.356" v="1336" actId="14100"/>
          <ac:spMkLst>
            <pc:docMk/>
            <pc:sldMk cId="1434116409" sldId="284"/>
            <ac:spMk id="7" creationId="{2BDD5CDA-FA3E-C4D8-F3BC-AB73F8282EA2}"/>
          </ac:spMkLst>
        </pc:spChg>
        <pc:picChg chg="add del mod ord">
          <ac:chgData name="Deepa Paneru" userId="109592e82ad92d31" providerId="LiveId" clId="{DD419BE1-3242-4946-9F7F-B10F44B6E878}" dt="2026-09-22T17:17:09.694" v="1322" actId="478"/>
          <ac:picMkLst>
            <pc:docMk/>
            <pc:sldMk cId="1434116409" sldId="284"/>
            <ac:picMk id="5" creationId="{4E9CD123-8085-187A-B6E5-15E472766248}"/>
          </ac:picMkLst>
        </pc:picChg>
        <pc:picChg chg="add del mod">
          <ac:chgData name="Deepa Paneru" userId="109592e82ad92d31" providerId="LiveId" clId="{DD419BE1-3242-4946-9F7F-B10F44B6E878}" dt="2026-09-22T17:19:26.665" v="1332" actId="478"/>
          <ac:picMkLst>
            <pc:docMk/>
            <pc:sldMk cId="1434116409" sldId="284"/>
            <ac:picMk id="9" creationId="{CDCC5CDC-BCB7-1542-8C43-8B12FF171E5E}"/>
          </ac:picMkLst>
        </pc:picChg>
        <pc:picChg chg="add mod">
          <ac:chgData name="Deepa Paneru" userId="109592e82ad92d31" providerId="LiveId" clId="{DD419BE1-3242-4946-9F7F-B10F44B6E878}" dt="2026-09-22T17:54:35" v="2109" actId="14100"/>
          <ac:picMkLst>
            <pc:docMk/>
            <pc:sldMk cId="1434116409" sldId="284"/>
            <ac:picMk id="11" creationId="{33D001C7-4141-5083-B5F3-849FDC514C95}"/>
          </ac:picMkLst>
        </pc:picChg>
      </pc:sldChg>
      <pc:sldChg chg="addSp delSp modSp new del mod setBg">
        <pc:chgData name="Deepa Paneru" userId="109592e82ad92d31" providerId="LiveId" clId="{DD419BE1-3242-4946-9F7F-B10F44B6E878}" dt="2026-09-22T17:35:02.080" v="1598" actId="47"/>
        <pc:sldMkLst>
          <pc:docMk/>
          <pc:sldMk cId="1714817525" sldId="285"/>
        </pc:sldMkLst>
        <pc:spChg chg="mod">
          <ac:chgData name="Deepa Paneru" userId="109592e82ad92d31" providerId="LiveId" clId="{DD419BE1-3242-4946-9F7F-B10F44B6E878}" dt="2026-09-22T17:27:54.408" v="1448" actId="122"/>
          <ac:spMkLst>
            <pc:docMk/>
            <pc:sldMk cId="1714817525" sldId="285"/>
            <ac:spMk id="2" creationId="{8EC41D8F-55D2-87F7-AC1D-BE6CDEFAF273}"/>
          </ac:spMkLst>
        </pc:spChg>
        <pc:spChg chg="add del mod">
          <ac:chgData name="Deepa Paneru" userId="109592e82ad92d31" providerId="LiveId" clId="{DD419BE1-3242-4946-9F7F-B10F44B6E878}" dt="2026-09-22T17:27:46.809" v="1447" actId="26606"/>
          <ac:spMkLst>
            <pc:docMk/>
            <pc:sldMk cId="1714817525" sldId="285"/>
            <ac:spMk id="3" creationId="{F08D49E3-305F-A756-291F-A6C9B0E87183}"/>
          </ac:spMkLst>
        </pc:spChg>
        <pc:spChg chg="add del">
          <ac:chgData name="Deepa Paneru" userId="109592e82ad92d31" providerId="LiveId" clId="{DD419BE1-3242-4946-9F7F-B10F44B6E878}" dt="2026-09-22T17:27:46.770" v="1446" actId="26606"/>
          <ac:spMkLst>
            <pc:docMk/>
            <pc:sldMk cId="1714817525" sldId="285"/>
            <ac:spMk id="9" creationId="{5C8908E2-EE49-44D2-9428-A28D2312A8D5}"/>
          </ac:spMkLst>
        </pc:spChg>
        <pc:spChg chg="add del">
          <ac:chgData name="Deepa Paneru" userId="109592e82ad92d31" providerId="LiveId" clId="{DD419BE1-3242-4946-9F7F-B10F44B6E878}" dt="2026-09-22T17:27:46.770" v="1446" actId="26606"/>
          <ac:spMkLst>
            <pc:docMk/>
            <pc:sldMk cId="1714817525" sldId="285"/>
            <ac:spMk id="15" creationId="{7449A6C7-D15F-4AA5-BFA5-71A404B47016}"/>
          </ac:spMkLst>
        </pc:spChg>
        <pc:spChg chg="add del">
          <ac:chgData name="Deepa Paneru" userId="109592e82ad92d31" providerId="LiveId" clId="{DD419BE1-3242-4946-9F7F-B10F44B6E878}" dt="2026-09-22T17:27:46.770" v="1446" actId="26606"/>
          <ac:spMkLst>
            <pc:docMk/>
            <pc:sldMk cId="1714817525" sldId="285"/>
            <ac:spMk id="17" creationId="{ED888B23-07FA-482A-96DF-47E31AF1A603}"/>
          </ac:spMkLst>
        </pc:spChg>
        <pc:spChg chg="add">
          <ac:chgData name="Deepa Paneru" userId="109592e82ad92d31" providerId="LiveId" clId="{DD419BE1-3242-4946-9F7F-B10F44B6E878}" dt="2026-09-22T17:27:46.809" v="1447" actId="26606"/>
          <ac:spMkLst>
            <pc:docMk/>
            <pc:sldMk cId="1714817525" sldId="285"/>
            <ac:spMk id="19" creationId="{BACC6370-2D7E-4714-9D71-7542949D7D5D}"/>
          </ac:spMkLst>
        </pc:spChg>
        <pc:spChg chg="add">
          <ac:chgData name="Deepa Paneru" userId="109592e82ad92d31" providerId="LiveId" clId="{DD419BE1-3242-4946-9F7F-B10F44B6E878}" dt="2026-09-22T17:27:46.809" v="1447" actId="26606"/>
          <ac:spMkLst>
            <pc:docMk/>
            <pc:sldMk cId="1714817525" sldId="285"/>
            <ac:spMk id="20" creationId="{F68B3F68-107C-434F-AA38-110D5EA91B85}"/>
          </ac:spMkLst>
        </pc:spChg>
        <pc:spChg chg="add">
          <ac:chgData name="Deepa Paneru" userId="109592e82ad92d31" providerId="LiveId" clId="{DD419BE1-3242-4946-9F7F-B10F44B6E878}" dt="2026-09-22T17:27:46.809" v="1447" actId="26606"/>
          <ac:spMkLst>
            <pc:docMk/>
            <pc:sldMk cId="1714817525" sldId="285"/>
            <ac:spMk id="21" creationId="{AAD0DBB9-1A4B-4391-81D4-CB19F9AB918A}"/>
          </ac:spMkLst>
        </pc:spChg>
        <pc:spChg chg="add">
          <ac:chgData name="Deepa Paneru" userId="109592e82ad92d31" providerId="LiveId" clId="{DD419BE1-3242-4946-9F7F-B10F44B6E878}" dt="2026-09-22T17:27:46.809" v="1447" actId="26606"/>
          <ac:spMkLst>
            <pc:docMk/>
            <pc:sldMk cId="1714817525" sldId="285"/>
            <ac:spMk id="22" creationId="{063BBA22-50EA-4C4D-BE05-F1CE4E63AA56}"/>
          </ac:spMkLst>
        </pc:spChg>
        <pc:grpChg chg="add del">
          <ac:chgData name="Deepa Paneru" userId="109592e82ad92d31" providerId="LiveId" clId="{DD419BE1-3242-4946-9F7F-B10F44B6E878}" dt="2026-09-22T17:27:46.770" v="1446" actId="26606"/>
          <ac:grpSpMkLst>
            <pc:docMk/>
            <pc:sldMk cId="1714817525" sldId="285"/>
            <ac:grpSpMk id="11" creationId="{05314994-6337-4875-8CF5-652CAFE8342C}"/>
          </ac:grpSpMkLst>
        </pc:grpChg>
        <pc:graphicFrameChg chg="add del">
          <ac:chgData name="Deepa Paneru" userId="109592e82ad92d31" providerId="LiveId" clId="{DD419BE1-3242-4946-9F7F-B10F44B6E878}" dt="2026-09-22T17:27:46.770" v="1446" actId="26606"/>
          <ac:graphicFrameMkLst>
            <pc:docMk/>
            <pc:sldMk cId="1714817525" sldId="285"/>
            <ac:graphicFrameMk id="5" creationId="{10D66D18-308B-1027-3F5C-49ADE1186330}"/>
          </ac:graphicFrameMkLst>
        </pc:graphicFrameChg>
        <pc:graphicFrameChg chg="add mod modGraphic">
          <ac:chgData name="Deepa Paneru" userId="109592e82ad92d31" providerId="LiveId" clId="{DD419BE1-3242-4946-9F7F-B10F44B6E878}" dt="2026-09-22T17:34:59.995" v="1597" actId="20577"/>
          <ac:graphicFrameMkLst>
            <pc:docMk/>
            <pc:sldMk cId="1714817525" sldId="285"/>
            <ac:graphicFrameMk id="23" creationId="{AF21E599-EA4E-39A8-101F-1CC3E3A133FD}"/>
          </ac:graphicFrameMkLst>
        </pc:graphicFrameChg>
      </pc:sldChg>
      <pc:sldChg chg="modSp new mod">
        <pc:chgData name="Deepa Paneru" userId="109592e82ad92d31" providerId="LiveId" clId="{DD419BE1-3242-4946-9F7F-B10F44B6E878}" dt="2026-09-22T17:40:42.695" v="1715" actId="20577"/>
        <pc:sldMkLst>
          <pc:docMk/>
          <pc:sldMk cId="503392505" sldId="286"/>
        </pc:sldMkLst>
        <pc:spChg chg="mod">
          <ac:chgData name="Deepa Paneru" userId="109592e82ad92d31" providerId="LiveId" clId="{DD419BE1-3242-4946-9F7F-B10F44B6E878}" dt="2026-09-22T17:38:24.892" v="1698" actId="122"/>
          <ac:spMkLst>
            <pc:docMk/>
            <pc:sldMk cId="503392505" sldId="286"/>
            <ac:spMk id="2" creationId="{4FEFE94B-EE1E-DDA3-9331-37125BE2B3A6}"/>
          </ac:spMkLst>
        </pc:spChg>
        <pc:spChg chg="mod">
          <ac:chgData name="Deepa Paneru" userId="109592e82ad92d31" providerId="LiveId" clId="{DD419BE1-3242-4946-9F7F-B10F44B6E878}" dt="2026-09-22T17:40:42.695" v="1715" actId="20577"/>
          <ac:spMkLst>
            <pc:docMk/>
            <pc:sldMk cId="503392505" sldId="286"/>
            <ac:spMk id="3" creationId="{1E7244BC-E311-57B8-997A-1E09A6D2FC0C}"/>
          </ac:spMkLst>
        </pc:spChg>
      </pc:sldChg>
      <pc:sldChg chg="addSp delSp modSp new mod">
        <pc:chgData name="Deepa Paneru" userId="109592e82ad92d31" providerId="LiveId" clId="{DD419BE1-3242-4946-9F7F-B10F44B6E878}" dt="2026-09-22T17:38:29.498" v="1699" actId="122"/>
        <pc:sldMkLst>
          <pc:docMk/>
          <pc:sldMk cId="883204776" sldId="287"/>
        </pc:sldMkLst>
        <pc:spChg chg="mod">
          <ac:chgData name="Deepa Paneru" userId="109592e82ad92d31" providerId="LiveId" clId="{DD419BE1-3242-4946-9F7F-B10F44B6E878}" dt="2026-09-22T17:38:29.498" v="1699" actId="122"/>
          <ac:spMkLst>
            <pc:docMk/>
            <pc:sldMk cId="883204776" sldId="287"/>
            <ac:spMk id="2" creationId="{8A8495C7-F49D-BA95-4BF2-8B3DAA27E051}"/>
          </ac:spMkLst>
        </pc:spChg>
        <pc:spChg chg="del">
          <ac:chgData name="Deepa Paneru" userId="109592e82ad92d31" providerId="LiveId" clId="{DD419BE1-3242-4946-9F7F-B10F44B6E878}" dt="2026-09-22T17:30:55.993" v="1517"/>
          <ac:spMkLst>
            <pc:docMk/>
            <pc:sldMk cId="883204776" sldId="287"/>
            <ac:spMk id="3" creationId="{C2EA86A6-B296-C19C-16DA-9027FDF6CE4E}"/>
          </ac:spMkLst>
        </pc:spChg>
        <pc:picChg chg="add mod">
          <ac:chgData name="Deepa Paneru" userId="109592e82ad92d31" providerId="LiveId" clId="{DD419BE1-3242-4946-9F7F-B10F44B6E878}" dt="2026-09-22T17:30:55.993" v="1517"/>
          <ac:picMkLst>
            <pc:docMk/>
            <pc:sldMk cId="883204776" sldId="287"/>
            <ac:picMk id="5" creationId="{52CCBE2A-D501-1DF0-757A-27B9271EC13F}"/>
          </ac:picMkLst>
        </pc:picChg>
      </pc:sldChg>
      <pc:sldChg chg="addSp delSp modSp new mod">
        <pc:chgData name="Deepa Paneru" userId="109592e82ad92d31" providerId="LiveId" clId="{DD419BE1-3242-4946-9F7F-B10F44B6E878}" dt="2026-09-22T17:38:35.628" v="1700" actId="122"/>
        <pc:sldMkLst>
          <pc:docMk/>
          <pc:sldMk cId="3289136850" sldId="288"/>
        </pc:sldMkLst>
        <pc:spChg chg="mod">
          <ac:chgData name="Deepa Paneru" userId="109592e82ad92d31" providerId="LiveId" clId="{DD419BE1-3242-4946-9F7F-B10F44B6E878}" dt="2026-09-22T17:38:35.628" v="1700" actId="122"/>
          <ac:spMkLst>
            <pc:docMk/>
            <pc:sldMk cId="3289136850" sldId="288"/>
            <ac:spMk id="2" creationId="{A1AF1E04-ED9D-348A-BF37-12F443195E65}"/>
          </ac:spMkLst>
        </pc:spChg>
        <pc:spChg chg="del mod">
          <ac:chgData name="Deepa Paneru" userId="109592e82ad92d31" providerId="LiveId" clId="{DD419BE1-3242-4946-9F7F-B10F44B6E878}" dt="2026-09-22T17:31:29.893" v="1556"/>
          <ac:spMkLst>
            <pc:docMk/>
            <pc:sldMk cId="3289136850" sldId="288"/>
            <ac:spMk id="3" creationId="{20D6090D-65F9-D315-67F3-00088CBE5DC3}"/>
          </ac:spMkLst>
        </pc:spChg>
        <pc:picChg chg="add mod">
          <ac:chgData name="Deepa Paneru" userId="109592e82ad92d31" providerId="LiveId" clId="{DD419BE1-3242-4946-9F7F-B10F44B6E878}" dt="2026-09-22T17:31:29.893" v="1556"/>
          <ac:picMkLst>
            <pc:docMk/>
            <pc:sldMk cId="3289136850" sldId="288"/>
            <ac:picMk id="5" creationId="{BE2197C9-E211-5C54-C6A7-7CF317C6EB03}"/>
          </ac:picMkLst>
        </pc:picChg>
      </pc:sldChg>
      <pc:sldChg chg="modSp new mod">
        <pc:chgData name="Deepa Paneru" userId="109592e82ad92d31" providerId="LiveId" clId="{DD419BE1-3242-4946-9F7F-B10F44B6E878}" dt="2026-09-22T17:38:16.258" v="1697" actId="122"/>
        <pc:sldMkLst>
          <pc:docMk/>
          <pc:sldMk cId="869380107" sldId="289"/>
        </pc:sldMkLst>
        <pc:spChg chg="mod">
          <ac:chgData name="Deepa Paneru" userId="109592e82ad92d31" providerId="LiveId" clId="{DD419BE1-3242-4946-9F7F-B10F44B6E878}" dt="2026-09-22T17:38:16.258" v="1697" actId="122"/>
          <ac:spMkLst>
            <pc:docMk/>
            <pc:sldMk cId="869380107" sldId="289"/>
            <ac:spMk id="2" creationId="{69D44B3F-6128-EE49-A549-1CE9B23FA594}"/>
          </ac:spMkLst>
        </pc:spChg>
        <pc:spChg chg="mod">
          <ac:chgData name="Deepa Paneru" userId="109592e82ad92d31" providerId="LiveId" clId="{DD419BE1-3242-4946-9F7F-B10F44B6E878}" dt="2026-09-22T17:37:55.698" v="1696" actId="113"/>
          <ac:spMkLst>
            <pc:docMk/>
            <pc:sldMk cId="869380107" sldId="289"/>
            <ac:spMk id="3" creationId="{DE407014-596E-C343-EC05-FF9F447E05E9}"/>
          </ac:spMkLst>
        </pc:spChg>
      </pc:sldChg>
      <pc:sldChg chg="modSp new mod">
        <pc:chgData name="Deepa Paneru" userId="109592e82ad92d31" providerId="LiveId" clId="{DD419BE1-3242-4946-9F7F-B10F44B6E878}" dt="2026-09-23T05:15:17.405" v="2586" actId="20577"/>
        <pc:sldMkLst>
          <pc:docMk/>
          <pc:sldMk cId="2475231077" sldId="290"/>
        </pc:sldMkLst>
        <pc:spChg chg="mod">
          <ac:chgData name="Deepa Paneru" userId="109592e82ad92d31" providerId="LiveId" clId="{DD419BE1-3242-4946-9F7F-B10F44B6E878}" dt="2026-09-22T17:41:36.300" v="1728" actId="122"/>
          <ac:spMkLst>
            <pc:docMk/>
            <pc:sldMk cId="2475231077" sldId="290"/>
            <ac:spMk id="2" creationId="{D4CE4071-5A39-7079-FB8E-1797B5FED7F2}"/>
          </ac:spMkLst>
        </pc:spChg>
        <pc:spChg chg="mod">
          <ac:chgData name="Deepa Paneru" userId="109592e82ad92d31" providerId="LiveId" clId="{DD419BE1-3242-4946-9F7F-B10F44B6E878}" dt="2026-09-23T05:15:17.405" v="2586" actId="20577"/>
          <ac:spMkLst>
            <pc:docMk/>
            <pc:sldMk cId="2475231077" sldId="290"/>
            <ac:spMk id="3" creationId="{A8C2B5E7-406C-E147-6B74-335BF7804EC2}"/>
          </ac:spMkLst>
        </pc:spChg>
      </pc:sldChg>
      <pc:sldChg chg="addSp delSp modSp new mod setBg">
        <pc:chgData name="Deepa Paneru" userId="109592e82ad92d31" providerId="LiveId" clId="{DD419BE1-3242-4946-9F7F-B10F44B6E878}" dt="2026-09-23T04:39:29.256" v="2128" actId="26606"/>
        <pc:sldMkLst>
          <pc:docMk/>
          <pc:sldMk cId="2141268928" sldId="291"/>
        </pc:sldMkLst>
        <pc:spChg chg="mod">
          <ac:chgData name="Deepa Paneru" userId="109592e82ad92d31" providerId="LiveId" clId="{DD419BE1-3242-4946-9F7F-B10F44B6E878}" dt="2026-09-23T04:39:29.256" v="2128" actId="26606"/>
          <ac:spMkLst>
            <pc:docMk/>
            <pc:sldMk cId="2141268928" sldId="291"/>
            <ac:spMk id="2" creationId="{93E8AE22-FC20-B86D-2871-BECF272EDB03}"/>
          </ac:spMkLst>
        </pc:spChg>
        <pc:spChg chg="add del mod">
          <ac:chgData name="Deepa Paneru" userId="109592e82ad92d31" providerId="LiveId" clId="{DD419BE1-3242-4946-9F7F-B10F44B6E878}" dt="2026-09-23T04:39:29.256" v="2128" actId="26606"/>
          <ac:spMkLst>
            <pc:docMk/>
            <pc:sldMk cId="2141268928" sldId="291"/>
            <ac:spMk id="3" creationId="{EB93BC22-6EFF-0BCE-6E82-EC5B0F4191B5}"/>
          </ac:spMkLst>
        </pc:spChg>
        <pc:spChg chg="add del mod">
          <ac:chgData name="Deepa Paneru" userId="109592e82ad92d31" providerId="LiveId" clId="{DD419BE1-3242-4946-9F7F-B10F44B6E878}" dt="2026-09-22T17:50:25.772" v="1968"/>
          <ac:spMkLst>
            <pc:docMk/>
            <pc:sldMk cId="2141268928" sldId="291"/>
            <ac:spMk id="4" creationId="{78662E5D-11D7-DCA8-A9BC-D36F4FD6BFEE}"/>
          </ac:spMkLst>
        </pc:spChg>
        <pc:spChg chg="add del">
          <ac:chgData name="Deepa Paneru" userId="109592e82ad92d31" providerId="LiveId" clId="{DD419BE1-3242-4946-9F7F-B10F44B6E878}" dt="2026-09-22T17:55:43.905" v="2111" actId="26606"/>
          <ac:spMkLst>
            <pc:docMk/>
            <pc:sldMk cId="2141268928" sldId="291"/>
            <ac:spMk id="8" creationId="{1B15ED52-F352-441B-82BF-E0EA34836D08}"/>
          </ac:spMkLst>
        </pc:spChg>
        <pc:spChg chg="add del">
          <ac:chgData name="Deepa Paneru" userId="109592e82ad92d31" providerId="LiveId" clId="{DD419BE1-3242-4946-9F7F-B10F44B6E878}" dt="2026-09-23T04:39:29.256" v="2128" actId="26606"/>
          <ac:spMkLst>
            <pc:docMk/>
            <pc:sldMk cId="2141268928" sldId="291"/>
            <ac:spMk id="9" creationId="{BACC6370-2D7E-4714-9D71-7542949D7D5D}"/>
          </ac:spMkLst>
        </pc:spChg>
        <pc:spChg chg="add del">
          <ac:chgData name="Deepa Paneru" userId="109592e82ad92d31" providerId="LiveId" clId="{DD419BE1-3242-4946-9F7F-B10F44B6E878}" dt="2026-09-22T17:55:43.905" v="2111" actId="26606"/>
          <ac:spMkLst>
            <pc:docMk/>
            <pc:sldMk cId="2141268928" sldId="291"/>
            <ac:spMk id="10" creationId="{3B2E3793-BFE6-45A2-9B7B-E18844431C99}"/>
          </ac:spMkLst>
        </pc:spChg>
        <pc:spChg chg="add del">
          <ac:chgData name="Deepa Paneru" userId="109592e82ad92d31" providerId="LiveId" clId="{DD419BE1-3242-4946-9F7F-B10F44B6E878}" dt="2026-09-23T04:39:29.256" v="2128" actId="26606"/>
          <ac:spMkLst>
            <pc:docMk/>
            <pc:sldMk cId="2141268928" sldId="291"/>
            <ac:spMk id="11" creationId="{F68B3F68-107C-434F-AA38-110D5EA91B85}"/>
          </ac:spMkLst>
        </pc:spChg>
        <pc:spChg chg="add del">
          <ac:chgData name="Deepa Paneru" userId="109592e82ad92d31" providerId="LiveId" clId="{DD419BE1-3242-4946-9F7F-B10F44B6E878}" dt="2026-09-22T17:55:43.905" v="2111" actId="26606"/>
          <ac:spMkLst>
            <pc:docMk/>
            <pc:sldMk cId="2141268928" sldId="291"/>
            <ac:spMk id="12" creationId="{BC4C4868-CB8F-4AF9-9CDB-8108F2C19B67}"/>
          </ac:spMkLst>
        </pc:spChg>
        <pc:spChg chg="add del">
          <ac:chgData name="Deepa Paneru" userId="109592e82ad92d31" providerId="LiveId" clId="{DD419BE1-3242-4946-9F7F-B10F44B6E878}" dt="2026-09-23T04:39:29.256" v="2128" actId="26606"/>
          <ac:spMkLst>
            <pc:docMk/>
            <pc:sldMk cId="2141268928" sldId="291"/>
            <ac:spMk id="13" creationId="{AAD0DBB9-1A4B-4391-81D4-CB19F9AB918A}"/>
          </ac:spMkLst>
        </pc:spChg>
        <pc:spChg chg="add del">
          <ac:chgData name="Deepa Paneru" userId="109592e82ad92d31" providerId="LiveId" clId="{DD419BE1-3242-4946-9F7F-B10F44B6E878}" dt="2026-09-22T17:55:43.905" v="2111" actId="26606"/>
          <ac:spMkLst>
            <pc:docMk/>
            <pc:sldMk cId="2141268928" sldId="291"/>
            <ac:spMk id="14" creationId="{375E0459-6403-40CD-989D-56A4407CA12E}"/>
          </ac:spMkLst>
        </pc:spChg>
        <pc:spChg chg="add del">
          <ac:chgData name="Deepa Paneru" userId="109592e82ad92d31" providerId="LiveId" clId="{DD419BE1-3242-4946-9F7F-B10F44B6E878}" dt="2026-09-23T04:39:29.256" v="2128" actId="26606"/>
          <ac:spMkLst>
            <pc:docMk/>
            <pc:sldMk cId="2141268928" sldId="291"/>
            <ac:spMk id="15" creationId="{063BBA22-50EA-4C4D-BE05-F1CE4E63AA56}"/>
          </ac:spMkLst>
        </pc:spChg>
        <pc:spChg chg="add del">
          <ac:chgData name="Deepa Paneru" userId="109592e82ad92d31" providerId="LiveId" clId="{DD419BE1-3242-4946-9F7F-B10F44B6E878}" dt="2026-09-22T17:55:43.905" v="2111" actId="26606"/>
          <ac:spMkLst>
            <pc:docMk/>
            <pc:sldMk cId="2141268928" sldId="291"/>
            <ac:spMk id="16" creationId="{53E5B1A8-3AC9-4BD1-9BBC-78CA94F2D1BA}"/>
          </ac:spMkLst>
        </pc:spChg>
        <pc:graphicFrameChg chg="add del mod modGraphic">
          <ac:chgData name="Deepa Paneru" userId="109592e82ad92d31" providerId="LiveId" clId="{DD419BE1-3242-4946-9F7F-B10F44B6E878}" dt="2026-09-23T04:39:29.256" v="2128" actId="26606"/>
          <ac:graphicFrameMkLst>
            <pc:docMk/>
            <pc:sldMk cId="2141268928" sldId="291"/>
            <ac:graphicFrameMk id="5" creationId="{C0E713E5-90DE-89E2-50CA-8043DCEC0401}"/>
          </ac:graphicFrameMkLst>
        </pc:graphicFrameChg>
      </pc:sldChg>
      <pc:sldChg chg="modSp new del">
        <pc:chgData name="Deepa Paneru" userId="109592e82ad92d31" providerId="LiveId" clId="{DD419BE1-3242-4946-9F7F-B10F44B6E878}" dt="2026-09-23T04:55:01.775" v="2141" actId="680"/>
        <pc:sldMkLst>
          <pc:docMk/>
          <pc:sldMk cId="2768588311" sldId="292"/>
        </pc:sldMkLst>
        <pc:spChg chg="mod">
          <ac:chgData name="Deepa Paneru" userId="109592e82ad92d31" providerId="LiveId" clId="{DD419BE1-3242-4946-9F7F-B10F44B6E878}" dt="2026-09-23T04:54:52.242" v="2139"/>
          <ac:spMkLst>
            <pc:docMk/>
            <pc:sldMk cId="2768588311" sldId="292"/>
            <ac:spMk id="2" creationId="{A7FC8B2A-4BF1-DDF4-7428-000E81F9BF23}"/>
          </ac:spMkLst>
        </pc:spChg>
        <pc:spChg chg="mod">
          <ac:chgData name="Deepa Paneru" userId="109592e82ad92d31" providerId="LiveId" clId="{DD419BE1-3242-4946-9F7F-B10F44B6E878}" dt="2026-09-23T04:54:54.523" v="2140"/>
          <ac:spMkLst>
            <pc:docMk/>
            <pc:sldMk cId="2768588311" sldId="292"/>
            <ac:spMk id="3" creationId="{E5C7DB87-D7C7-5222-B190-FBDEEDABA764}"/>
          </ac:spMkLst>
        </pc:spChg>
      </pc:sldChg>
      <pc:sldChg chg="modSp new del mod ord">
        <pc:chgData name="Deepa Paneru" userId="109592e82ad92d31" providerId="LiveId" clId="{DD419BE1-3242-4946-9F7F-B10F44B6E878}" dt="2026-09-23T04:56:19.840" v="2156" actId="47"/>
        <pc:sldMkLst>
          <pc:docMk/>
          <pc:sldMk cId="3366375088" sldId="292"/>
        </pc:sldMkLst>
        <pc:spChg chg="mod">
          <ac:chgData name="Deepa Paneru" userId="109592e82ad92d31" providerId="LiveId" clId="{DD419BE1-3242-4946-9F7F-B10F44B6E878}" dt="2026-09-23T04:56:13.309" v="2153" actId="122"/>
          <ac:spMkLst>
            <pc:docMk/>
            <pc:sldMk cId="3366375088" sldId="292"/>
            <ac:spMk id="2" creationId="{3C1DBA19-6377-CFED-41C2-F5526DDE3074}"/>
          </ac:spMkLst>
        </pc:spChg>
        <pc:spChg chg="mod">
          <ac:chgData name="Deepa Paneru" userId="109592e82ad92d31" providerId="LiveId" clId="{DD419BE1-3242-4946-9F7F-B10F44B6E878}" dt="2026-09-23T04:56:14.283" v="2154" actId="5793"/>
          <ac:spMkLst>
            <pc:docMk/>
            <pc:sldMk cId="3366375088" sldId="292"/>
            <ac:spMk id="3" creationId="{A0AECCCE-7A7F-663C-E996-8944054575AD}"/>
          </ac:spMkLst>
        </pc:spChg>
      </pc:sldChg>
      <pc:sldChg chg="modSp new mod">
        <pc:chgData name="Deepa Paneru" userId="109592e82ad92d31" providerId="LiveId" clId="{DD419BE1-3242-4946-9F7F-B10F44B6E878}" dt="2026-09-23T05:13:32.016" v="2495" actId="122"/>
        <pc:sldMkLst>
          <pc:docMk/>
          <pc:sldMk cId="3522075381" sldId="292"/>
        </pc:sldMkLst>
        <pc:spChg chg="mod">
          <ac:chgData name="Deepa Paneru" userId="109592e82ad92d31" providerId="LiveId" clId="{DD419BE1-3242-4946-9F7F-B10F44B6E878}" dt="2026-09-23T05:13:32.016" v="2495" actId="122"/>
          <ac:spMkLst>
            <pc:docMk/>
            <pc:sldMk cId="3522075381" sldId="292"/>
            <ac:spMk id="2" creationId="{3CF55C64-8E64-C060-293E-C27F72B0B527}"/>
          </ac:spMkLst>
        </pc:spChg>
        <pc:spChg chg="mod">
          <ac:chgData name="Deepa Paneru" userId="109592e82ad92d31" providerId="LiveId" clId="{DD419BE1-3242-4946-9F7F-B10F44B6E878}" dt="2026-09-23T05:01:17.211" v="2222" actId="27636"/>
          <ac:spMkLst>
            <pc:docMk/>
            <pc:sldMk cId="3522075381" sldId="292"/>
            <ac:spMk id="3" creationId="{832E1EB5-0DC9-5635-054D-B119B3E0F957}"/>
          </ac:spMkLst>
        </pc:spChg>
      </pc:sldChg>
      <pc:sldChg chg="modSp new mod ord">
        <pc:chgData name="Deepa Paneru" userId="109592e82ad92d31" providerId="LiveId" clId="{DD419BE1-3242-4946-9F7F-B10F44B6E878}" dt="2026-09-23T05:01:53.403" v="2241"/>
        <pc:sldMkLst>
          <pc:docMk/>
          <pc:sldMk cId="581850677" sldId="293"/>
        </pc:sldMkLst>
        <pc:spChg chg="mod">
          <ac:chgData name="Deepa Paneru" userId="109592e82ad92d31" providerId="LiveId" clId="{DD419BE1-3242-4946-9F7F-B10F44B6E878}" dt="2026-09-23T04:59:41.410" v="2195" actId="20577"/>
          <ac:spMkLst>
            <pc:docMk/>
            <pc:sldMk cId="581850677" sldId="293"/>
            <ac:spMk id="2" creationId="{E7D7AEF4-6452-8C7D-2F0E-3282689B4FB8}"/>
          </ac:spMkLst>
        </pc:spChg>
        <pc:spChg chg="mod">
          <ac:chgData name="Deepa Paneru" userId="109592e82ad92d31" providerId="LiveId" clId="{DD419BE1-3242-4946-9F7F-B10F44B6E878}" dt="2026-09-23T05:00:06.692" v="2196" actId="120"/>
          <ac:spMkLst>
            <pc:docMk/>
            <pc:sldMk cId="581850677" sldId="293"/>
            <ac:spMk id="3" creationId="{D6B25456-A03D-471E-5913-54A7E61067CB}"/>
          </ac:spMkLst>
        </pc:spChg>
      </pc:sldChg>
      <pc:sldChg chg="modSp new mod">
        <pc:chgData name="Deepa Paneru" userId="109592e82ad92d31" providerId="LiveId" clId="{DD419BE1-3242-4946-9F7F-B10F44B6E878}" dt="2026-09-23T05:13:26.448" v="2494" actId="122"/>
        <pc:sldMkLst>
          <pc:docMk/>
          <pc:sldMk cId="2293174716" sldId="294"/>
        </pc:sldMkLst>
        <pc:spChg chg="mod">
          <ac:chgData name="Deepa Paneru" userId="109592e82ad92d31" providerId="LiveId" clId="{DD419BE1-3242-4946-9F7F-B10F44B6E878}" dt="2026-09-23T05:13:26.448" v="2494" actId="122"/>
          <ac:spMkLst>
            <pc:docMk/>
            <pc:sldMk cId="2293174716" sldId="294"/>
            <ac:spMk id="2" creationId="{6ACABFDC-EAB6-149B-6261-B86A2C4EBE2C}"/>
          </ac:spMkLst>
        </pc:spChg>
        <pc:spChg chg="mod">
          <ac:chgData name="Deepa Paneru" userId="109592e82ad92d31" providerId="LiveId" clId="{DD419BE1-3242-4946-9F7F-B10F44B6E878}" dt="2026-09-23T05:02:13.979" v="2245"/>
          <ac:spMkLst>
            <pc:docMk/>
            <pc:sldMk cId="2293174716" sldId="294"/>
            <ac:spMk id="3" creationId="{C7E86AE1-BBA3-9F24-FAF0-EF7C9A40BAF4}"/>
          </ac:spMkLst>
        </pc:spChg>
      </pc:sldChg>
      <pc:sldChg chg="modSp new mod">
        <pc:chgData name="Deepa Paneru" userId="109592e82ad92d31" providerId="LiveId" clId="{DD419BE1-3242-4946-9F7F-B10F44B6E878}" dt="2026-09-23T05:13:37.165" v="2496" actId="122"/>
        <pc:sldMkLst>
          <pc:docMk/>
          <pc:sldMk cId="1818771786" sldId="295"/>
        </pc:sldMkLst>
        <pc:spChg chg="mod">
          <ac:chgData name="Deepa Paneru" userId="109592e82ad92d31" providerId="LiveId" clId="{DD419BE1-3242-4946-9F7F-B10F44B6E878}" dt="2026-09-23T05:13:37.165" v="2496" actId="122"/>
          <ac:spMkLst>
            <pc:docMk/>
            <pc:sldMk cId="1818771786" sldId="295"/>
            <ac:spMk id="2" creationId="{50BDED2C-38E8-DA8D-792B-1EE859BEF809}"/>
          </ac:spMkLst>
        </pc:spChg>
        <pc:spChg chg="mod">
          <ac:chgData name="Deepa Paneru" userId="109592e82ad92d31" providerId="LiveId" clId="{DD419BE1-3242-4946-9F7F-B10F44B6E878}" dt="2026-09-23T05:02:57.779" v="2262" actId="27636"/>
          <ac:spMkLst>
            <pc:docMk/>
            <pc:sldMk cId="1818771786" sldId="295"/>
            <ac:spMk id="3" creationId="{4AEDC808-E9CD-54F2-B8B3-0F2BCA2D8E59}"/>
          </ac:spMkLst>
        </pc:spChg>
      </pc:sldChg>
      <pc:sldChg chg="addSp delSp modSp new mod">
        <pc:chgData name="Deepa Paneru" userId="109592e82ad92d31" providerId="LiveId" clId="{DD419BE1-3242-4946-9F7F-B10F44B6E878}" dt="2026-09-23T05:13:42.576" v="2497" actId="122"/>
        <pc:sldMkLst>
          <pc:docMk/>
          <pc:sldMk cId="2089849224" sldId="296"/>
        </pc:sldMkLst>
        <pc:spChg chg="mod">
          <ac:chgData name="Deepa Paneru" userId="109592e82ad92d31" providerId="LiveId" clId="{DD419BE1-3242-4946-9F7F-B10F44B6E878}" dt="2026-09-23T05:13:42.576" v="2497" actId="122"/>
          <ac:spMkLst>
            <pc:docMk/>
            <pc:sldMk cId="2089849224" sldId="296"/>
            <ac:spMk id="2" creationId="{61F737C4-C651-DCFD-82B9-D09CE832C1EE}"/>
          </ac:spMkLst>
        </pc:spChg>
        <pc:spChg chg="del mod">
          <ac:chgData name="Deepa Paneru" userId="109592e82ad92d31" providerId="LiveId" clId="{DD419BE1-3242-4946-9F7F-B10F44B6E878}" dt="2026-09-23T05:03:30.684" v="2293" actId="22"/>
          <ac:spMkLst>
            <pc:docMk/>
            <pc:sldMk cId="2089849224" sldId="296"/>
            <ac:spMk id="3" creationId="{8FC65151-C468-8373-DF39-D52C1B89AFD9}"/>
          </ac:spMkLst>
        </pc:spChg>
        <pc:picChg chg="add mod">
          <ac:chgData name="Deepa Paneru" userId="109592e82ad92d31" providerId="LiveId" clId="{DD419BE1-3242-4946-9F7F-B10F44B6E878}" dt="2026-09-23T05:03:30.684" v="2293" actId="22"/>
          <ac:picMkLst>
            <pc:docMk/>
            <pc:sldMk cId="2089849224" sldId="296"/>
            <ac:picMk id="5" creationId="{6A362C0E-D90F-AC95-1477-304AED666CEC}"/>
          </ac:picMkLst>
        </pc:picChg>
      </pc:sldChg>
      <pc:sldChg chg="modSp new del mod">
        <pc:chgData name="Deepa Paneru" userId="109592e82ad92d31" providerId="LiveId" clId="{DD419BE1-3242-4946-9F7F-B10F44B6E878}" dt="2026-09-23T05:09:41.007" v="2414" actId="47"/>
        <pc:sldMkLst>
          <pc:docMk/>
          <pc:sldMk cId="489460588" sldId="297"/>
        </pc:sldMkLst>
        <pc:spChg chg="mod">
          <ac:chgData name="Deepa Paneru" userId="109592e82ad92d31" providerId="LiveId" clId="{DD419BE1-3242-4946-9F7F-B10F44B6E878}" dt="2026-09-23T05:04:20.415" v="2328" actId="20577"/>
          <ac:spMkLst>
            <pc:docMk/>
            <pc:sldMk cId="489460588" sldId="297"/>
            <ac:spMk id="2" creationId="{232E7E9E-10CC-5393-33D9-F7C821235163}"/>
          </ac:spMkLst>
        </pc:spChg>
        <pc:spChg chg="mod">
          <ac:chgData name="Deepa Paneru" userId="109592e82ad92d31" providerId="LiveId" clId="{DD419BE1-3242-4946-9F7F-B10F44B6E878}" dt="2026-09-23T05:04:27.480" v="2331" actId="113"/>
          <ac:spMkLst>
            <pc:docMk/>
            <pc:sldMk cId="489460588" sldId="297"/>
            <ac:spMk id="3" creationId="{BEB475D4-2116-E682-207E-812E54865DC8}"/>
          </ac:spMkLst>
        </pc:spChg>
      </pc:sldChg>
      <pc:sldChg chg="addSp delSp modSp new mod">
        <pc:chgData name="Deepa Paneru" userId="109592e82ad92d31" providerId="LiveId" clId="{DD419BE1-3242-4946-9F7F-B10F44B6E878}" dt="2026-09-23T05:13:54.106" v="2498" actId="122"/>
        <pc:sldMkLst>
          <pc:docMk/>
          <pc:sldMk cId="3880142781" sldId="298"/>
        </pc:sldMkLst>
        <pc:spChg chg="mod">
          <ac:chgData name="Deepa Paneru" userId="109592e82ad92d31" providerId="LiveId" clId="{DD419BE1-3242-4946-9F7F-B10F44B6E878}" dt="2026-09-23T05:13:54.106" v="2498" actId="122"/>
          <ac:spMkLst>
            <pc:docMk/>
            <pc:sldMk cId="3880142781" sldId="298"/>
            <ac:spMk id="2" creationId="{802A3E9C-B6F6-5221-68E6-5EC724C0E45F}"/>
          </ac:spMkLst>
        </pc:spChg>
        <pc:spChg chg="del">
          <ac:chgData name="Deepa Paneru" userId="109592e82ad92d31" providerId="LiveId" clId="{DD419BE1-3242-4946-9F7F-B10F44B6E878}" dt="2026-09-23T05:05:01.052" v="2334"/>
          <ac:spMkLst>
            <pc:docMk/>
            <pc:sldMk cId="3880142781" sldId="298"/>
            <ac:spMk id="3" creationId="{BD83A625-1951-658D-6E85-44A2DD718FD5}"/>
          </ac:spMkLst>
        </pc:spChg>
        <pc:spChg chg="add mod">
          <ac:chgData name="Deepa Paneru" userId="109592e82ad92d31" providerId="LiveId" clId="{DD419BE1-3242-4946-9F7F-B10F44B6E878}" dt="2026-09-23T05:09:02.407" v="2412" actId="20577"/>
          <ac:spMkLst>
            <pc:docMk/>
            <pc:sldMk cId="3880142781" sldId="298"/>
            <ac:spMk id="4" creationId="{E9966442-3629-7416-B814-229E0747270C}"/>
          </ac:spMkLst>
        </pc:spChg>
        <pc:picChg chg="add mod">
          <ac:chgData name="Deepa Paneru" userId="109592e82ad92d31" providerId="LiveId" clId="{DD419BE1-3242-4946-9F7F-B10F44B6E878}" dt="2026-09-23T05:06:11.391" v="2370" actId="14100"/>
          <ac:picMkLst>
            <pc:docMk/>
            <pc:sldMk cId="3880142781" sldId="298"/>
            <ac:picMk id="5" creationId="{29D700C8-1774-5626-6ACA-9060F9E07975}"/>
          </ac:picMkLst>
        </pc:picChg>
      </pc:sldChg>
      <pc:sldChg chg="addSp delSp modSp new mod">
        <pc:chgData name="Deepa Paneru" userId="109592e82ad92d31" providerId="LiveId" clId="{DD419BE1-3242-4946-9F7F-B10F44B6E878}" dt="2026-09-23T05:08:41.891" v="2408" actId="5793"/>
        <pc:sldMkLst>
          <pc:docMk/>
          <pc:sldMk cId="3414333843" sldId="299"/>
        </pc:sldMkLst>
        <pc:spChg chg="del mod">
          <ac:chgData name="Deepa Paneru" userId="109592e82ad92d31" providerId="LiveId" clId="{DD419BE1-3242-4946-9F7F-B10F44B6E878}" dt="2026-09-23T05:07:08.942" v="2379" actId="22"/>
          <ac:spMkLst>
            <pc:docMk/>
            <pc:sldMk cId="3414333843" sldId="299"/>
            <ac:spMk id="3" creationId="{90148703-EAAB-88F8-0405-717BAE3B28A4}"/>
          </ac:spMkLst>
        </pc:spChg>
        <pc:spChg chg="add mod">
          <ac:chgData name="Deepa Paneru" userId="109592e82ad92d31" providerId="LiveId" clId="{DD419BE1-3242-4946-9F7F-B10F44B6E878}" dt="2026-09-23T05:08:41.891" v="2408" actId="5793"/>
          <ac:spMkLst>
            <pc:docMk/>
            <pc:sldMk cId="3414333843" sldId="299"/>
            <ac:spMk id="6" creationId="{AA334E9B-382D-F278-CCA4-7B712463DD64}"/>
          </ac:spMkLst>
        </pc:spChg>
        <pc:picChg chg="add mod">
          <ac:chgData name="Deepa Paneru" userId="109592e82ad92d31" providerId="LiveId" clId="{DD419BE1-3242-4946-9F7F-B10F44B6E878}" dt="2026-09-23T05:07:55.909" v="2396" actId="14100"/>
          <ac:picMkLst>
            <pc:docMk/>
            <pc:sldMk cId="3414333843" sldId="299"/>
            <ac:picMk id="5" creationId="{149DB8B6-32AC-BD35-B3EB-B3EF70BE1F56}"/>
          </ac:picMkLst>
        </pc:picChg>
      </pc:sldChg>
      <pc:sldChg chg="addSp delSp modSp new mod">
        <pc:chgData name="Deepa Paneru" userId="109592e82ad92d31" providerId="LiveId" clId="{DD419BE1-3242-4946-9F7F-B10F44B6E878}" dt="2026-09-23T05:14:19.897" v="2500" actId="122"/>
        <pc:sldMkLst>
          <pc:docMk/>
          <pc:sldMk cId="2962849168" sldId="300"/>
        </pc:sldMkLst>
        <pc:spChg chg="mod">
          <ac:chgData name="Deepa Paneru" userId="109592e82ad92d31" providerId="LiveId" clId="{DD419BE1-3242-4946-9F7F-B10F44B6E878}" dt="2026-09-23T05:14:19.897" v="2500" actId="122"/>
          <ac:spMkLst>
            <pc:docMk/>
            <pc:sldMk cId="2962849168" sldId="300"/>
            <ac:spMk id="2" creationId="{AE6F148D-60D2-4A48-5598-278E59E9AC37}"/>
          </ac:spMkLst>
        </pc:spChg>
        <pc:spChg chg="del mod">
          <ac:chgData name="Deepa Paneru" userId="109592e82ad92d31" providerId="LiveId" clId="{DD419BE1-3242-4946-9F7F-B10F44B6E878}" dt="2026-09-23T05:10:33.182" v="2434"/>
          <ac:spMkLst>
            <pc:docMk/>
            <pc:sldMk cId="2962849168" sldId="300"/>
            <ac:spMk id="3" creationId="{3C51352F-3EE2-B330-BDC8-85AB36F0CB59}"/>
          </ac:spMkLst>
        </pc:spChg>
        <pc:picChg chg="add mod">
          <ac:chgData name="Deepa Paneru" userId="109592e82ad92d31" providerId="LiveId" clId="{DD419BE1-3242-4946-9F7F-B10F44B6E878}" dt="2026-09-23T05:10:33.182" v="2434"/>
          <ac:picMkLst>
            <pc:docMk/>
            <pc:sldMk cId="2962849168" sldId="300"/>
            <ac:picMk id="5" creationId="{AE100E71-EC1E-8A6A-1C39-AFD39B4373A7}"/>
          </ac:picMkLst>
        </pc:picChg>
      </pc:sldChg>
      <pc:sldChg chg="addSp delSp modSp new mod">
        <pc:chgData name="Deepa Paneru" userId="109592e82ad92d31" providerId="LiveId" clId="{DD419BE1-3242-4946-9F7F-B10F44B6E878}" dt="2026-09-23T05:14:25.879" v="2501" actId="122"/>
        <pc:sldMkLst>
          <pc:docMk/>
          <pc:sldMk cId="2617500263" sldId="301"/>
        </pc:sldMkLst>
        <pc:spChg chg="mod">
          <ac:chgData name="Deepa Paneru" userId="109592e82ad92d31" providerId="LiveId" clId="{DD419BE1-3242-4946-9F7F-B10F44B6E878}" dt="2026-09-23T05:14:25.879" v="2501" actId="122"/>
          <ac:spMkLst>
            <pc:docMk/>
            <pc:sldMk cId="2617500263" sldId="301"/>
            <ac:spMk id="2" creationId="{B0727B5D-B019-B902-8FCE-0B6E478BC5F9}"/>
          </ac:spMkLst>
        </pc:spChg>
        <pc:spChg chg="del mod">
          <ac:chgData name="Deepa Paneru" userId="109592e82ad92d31" providerId="LiveId" clId="{DD419BE1-3242-4946-9F7F-B10F44B6E878}" dt="2026-09-23T05:11:19.261" v="2458"/>
          <ac:spMkLst>
            <pc:docMk/>
            <pc:sldMk cId="2617500263" sldId="301"/>
            <ac:spMk id="3" creationId="{29ADA6CC-80B3-0F91-F96E-8CED636C692A}"/>
          </ac:spMkLst>
        </pc:spChg>
        <pc:picChg chg="add mod">
          <ac:chgData name="Deepa Paneru" userId="109592e82ad92d31" providerId="LiveId" clId="{DD419BE1-3242-4946-9F7F-B10F44B6E878}" dt="2026-09-23T05:11:19.261" v="2458"/>
          <ac:picMkLst>
            <pc:docMk/>
            <pc:sldMk cId="2617500263" sldId="301"/>
            <ac:picMk id="6" creationId="{40E7047E-E2FC-5C40-2098-F1E9AEDD9196}"/>
          </ac:picMkLst>
        </pc:picChg>
      </pc:sldChg>
      <pc:sldChg chg="modSp new mod">
        <pc:chgData name="Deepa Paneru" userId="109592e82ad92d31" providerId="LiveId" clId="{DD419BE1-3242-4946-9F7F-B10F44B6E878}" dt="2026-09-23T05:14:32.878" v="2502" actId="122"/>
        <pc:sldMkLst>
          <pc:docMk/>
          <pc:sldMk cId="2595603041" sldId="302"/>
        </pc:sldMkLst>
        <pc:spChg chg="mod">
          <ac:chgData name="Deepa Paneru" userId="109592e82ad92d31" providerId="LiveId" clId="{DD419BE1-3242-4946-9F7F-B10F44B6E878}" dt="2026-09-23T05:14:32.878" v="2502" actId="122"/>
          <ac:spMkLst>
            <pc:docMk/>
            <pc:sldMk cId="2595603041" sldId="302"/>
            <ac:spMk id="2" creationId="{1D19FFD0-2741-70BB-C33C-0A6F77E15A64}"/>
          </ac:spMkLst>
        </pc:spChg>
        <pc:spChg chg="mod">
          <ac:chgData name="Deepa Paneru" userId="109592e82ad92d31" providerId="LiveId" clId="{DD419BE1-3242-4946-9F7F-B10F44B6E878}" dt="2026-09-23T05:12:27.555" v="2493" actId="20577"/>
          <ac:spMkLst>
            <pc:docMk/>
            <pc:sldMk cId="2595603041" sldId="302"/>
            <ac:spMk id="3" creationId="{2D87D12F-30DA-A058-6658-DE1C35062DE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bad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badi" panose="020F0502020204030204" pitchFamily="34" charset="0"/>
              </a:defRPr>
            </a:lvl1pPr>
          </a:lstStyle>
          <a:p>
            <a:fld id="{1FE85F24-A4B8-4FF8-A0A4-9454F6FF802E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bad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badi" panose="020F0502020204030204" pitchFamily="34" charset="0"/>
              </a:defRPr>
            </a:lvl1pPr>
          </a:lstStyle>
          <a:p>
            <a:fld id="{D8FBD965-4463-43B7-A86F-574C7566410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750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badi" panose="020F0502020204030204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FBD965-4463-43B7-A86F-574C75664108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90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EAD5A-6693-DB51-F433-B71EB1C84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7435F1-8304-523F-A9E4-6076962B2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8046D-92D4-90C2-82D1-9C22BB078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A0701-59EA-F84D-085B-65DA7206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68E48-ED41-569A-49C1-7FF41719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32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7A15-383F-3D15-8BF7-F47B00E80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C930B-D7C4-B5AA-706F-543816E87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E86DB-F70D-B622-3909-588FD8B6E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A72C4-FFD4-00CE-E299-31E848D61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093A1-6676-0509-895C-74890B31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0967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DC19-2C85-612F-E4EC-D459C7CF4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229F4-C77B-6FB2-B780-317E89954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56242-A8FB-D0B7-E0B8-704320E4D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D0041-C0AD-5E16-B492-F5C719CDF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92300-80C6-76EB-2962-F2F6727C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63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6FB41-B618-0C96-EA18-88367DAFD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FAB0F-DFA7-4C18-1B8F-9E4B985C52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0AE20D-9D5C-0AF0-10BC-C1D092285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79505-BCB3-8058-4FF0-0ADB576BD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CE4FE-5422-A003-6960-7FD04034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9BE2B-8165-7E5B-78B4-A930B760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62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89217-041C-6638-BACD-5DB9D2D6E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574D8E-B749-F976-3171-322A0C232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BFBAF-C751-DBC5-36BD-79ECCCF91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01A1A-9852-E3BE-4F24-D2D9AB8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5F1EDD-0F27-E59B-3B78-80BB2691B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2E8CC0-672F-863B-2168-CF577E57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D32279-9020-5D5B-5F9A-66FC383A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29294D-5EC2-C6FE-7558-0E27C236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24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448E-272A-FE0D-C74F-09D07E9C2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68C00F-4B3A-2AF2-51E2-323F5F998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1DD6BB-B1B1-826A-BA23-BF653EC6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AF732-133E-891E-9879-82D4D506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65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18958-B88B-E5E7-2567-C5E0DEE2D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3DD8B6-DC6A-346F-5A17-32854E436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9C7D7-7D11-B850-0D1D-82D8FD1BA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854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D28E4-1C51-A777-8172-5B5639C35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AFF6E-7C04-6521-57F3-C63C329B1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8C0428-007D-E4F3-6126-F2BD4E4B0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15314-29E6-8AD0-129A-5DB0BBF76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A7858-AB09-C1CA-61AE-5C914724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5B698E-EBEB-3E3F-6944-CFB78790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66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34CC-322E-2646-D01D-CD70EDB9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0FEF9B-46C4-7F38-7F13-E52120EEC2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5DEE3-93D8-B0FE-04EE-474B42730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A3901-CE95-DEF0-F44A-CB3F0FB38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481E4-E854-4697-DB77-0B1EEE598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78EF3-1D43-19C6-1A95-2D372DC06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4325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14DD9-6320-8CF0-4B81-A7711592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15FDF-170F-4759-4398-3B0394381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E17DE-44F9-3F0C-1824-AF227CFD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BDC9B-C0EA-3152-677E-799CA21D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3861F-329E-2C2D-1C77-CF9A6265E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91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7BA6AC-9113-E745-FCBD-E727D0F96B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E131A1-B40A-E26C-AF2C-1CBD59A98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074E1-AFB9-BDAA-02FB-32C4E5AD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610DA-4891-4472-A637-E4FB9C495EE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A649B-02C8-2801-446B-71F3DBCB2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74424-53C6-2F14-54EA-72C75A51F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F491-872C-4F2A-8E4B-382328A35C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480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6C400-2FB2-99AD-EBFA-46FC976F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DB07A-D287-3F54-4C8A-1EE8E4EC3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A375A-3F24-009D-3FEC-B23A41ED02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badi" panose="020F0502020204030204" pitchFamily="34" charset="0"/>
              </a:defRPr>
            </a:lvl1pPr>
          </a:lstStyle>
          <a:p>
            <a:fld id="{681610DA-4891-4472-A637-E4FB9C495EEF}" type="datetimeFigureOut">
              <a:rPr lang="en-US" smtClean="0"/>
              <a:pPr/>
              <a:t>9/23/2026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24362-8B39-6BE5-AD81-0955CC128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bad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DCDBD-48BB-E858-28ED-E00054443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badi" panose="020F0502020204030204" pitchFamily="34" charset="0"/>
              </a:defRPr>
            </a:lvl1pPr>
          </a:lstStyle>
          <a:p>
            <a:fld id="{8574F491-872C-4F2A-8E4B-382328A35C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603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bad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bad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bad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bad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AEF4-6452-8C7D-2F0E-3282689B4F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Proposal of </a:t>
            </a:r>
            <a:r>
              <a:rPr lang="en-US" dirty="0" err="1"/>
              <a:t>SwasthyaAI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B25456-A03D-471E-5913-54A7E61067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dirty="0"/>
              <a:t>Presented By</a:t>
            </a:r>
            <a:br>
              <a:rPr lang="en-US" dirty="0"/>
            </a:br>
            <a:r>
              <a:rPr lang="en-US" dirty="0"/>
              <a:t>Bikram Chapagain </a:t>
            </a:r>
            <a:br>
              <a:rPr lang="en-US" dirty="0"/>
            </a:br>
            <a:r>
              <a:rPr lang="en-US" dirty="0"/>
              <a:t>Deepa Paneru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850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8AE22-FC20-B86D-2871-BECF272E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5579"/>
          </a:xfrm>
        </p:spPr>
        <p:txBody>
          <a:bodyPr>
            <a:normAutofit fontScale="90000"/>
          </a:bodyPr>
          <a:lstStyle/>
          <a:p>
            <a:pPr algn="ctr"/>
            <a:r>
              <a:rPr lang="en-US"/>
              <a:t>Contents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3BC22-6EFF-0BCE-6E82-EC5B0F419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704"/>
            <a:ext cx="10515600" cy="579729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Why </a:t>
            </a:r>
            <a:r>
              <a:rPr lang="en-US" dirty="0" err="1"/>
              <a:t>SwasthyaAI</a:t>
            </a:r>
            <a:endParaRPr lang="en-US" dirty="0"/>
          </a:p>
          <a:p>
            <a:r>
              <a:rPr lang="en-US" dirty="0"/>
              <a:t>Objectives</a:t>
            </a:r>
          </a:p>
          <a:p>
            <a:r>
              <a:rPr lang="en-US" dirty="0"/>
              <a:t> Scope and Limitations</a:t>
            </a:r>
          </a:p>
          <a:p>
            <a:r>
              <a:rPr lang="en-US" dirty="0"/>
              <a:t>Model Pipeline</a:t>
            </a:r>
          </a:p>
          <a:p>
            <a:r>
              <a:rPr lang="en-US" dirty="0"/>
              <a:t>System Requirements</a:t>
            </a:r>
          </a:p>
          <a:p>
            <a:r>
              <a:rPr lang="en-US" dirty="0"/>
              <a:t>Disease Modules</a:t>
            </a:r>
          </a:p>
          <a:p>
            <a:r>
              <a:rPr lang="en-US" dirty="0"/>
              <a:t>Data cleaning and </a:t>
            </a:r>
            <a:r>
              <a:rPr lang="en-US" dirty="0" err="1"/>
              <a:t>Spilitting</a:t>
            </a:r>
            <a:endParaRPr lang="en-US" dirty="0"/>
          </a:p>
          <a:p>
            <a:r>
              <a:rPr lang="en-US" dirty="0"/>
              <a:t>Model Training</a:t>
            </a:r>
          </a:p>
          <a:p>
            <a:r>
              <a:rPr lang="en-US" dirty="0"/>
              <a:t>Evaluation Strategy </a:t>
            </a:r>
          </a:p>
          <a:p>
            <a:r>
              <a:rPr lang="en-US" dirty="0" err="1"/>
              <a:t>Architecture,Usecase</a:t>
            </a:r>
            <a:r>
              <a:rPr lang="en-US" dirty="0"/>
              <a:t> Diagram ,Dataflow Diagram,</a:t>
            </a:r>
          </a:p>
          <a:p>
            <a:r>
              <a:rPr lang="en-US" dirty="0"/>
              <a:t>Cost Estimation ,Project Schedule</a:t>
            </a:r>
          </a:p>
          <a:p>
            <a:r>
              <a:rPr lang="en-US" dirty="0"/>
              <a:t>Proposed Deliverables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268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BFDC-EAB6-149B-6261-B86A2C4E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86AE1-BBA3-9F24-FAF0-EF7C9A40B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SwashtyaAI</a:t>
            </a:r>
            <a:r>
              <a:rPr lang="en-US" dirty="0"/>
              <a:t> is a  multi-disease medical image screening platform with  </a:t>
            </a:r>
            <a:r>
              <a:rPr lang="en-US" dirty="0" err="1"/>
              <a:t>bilinguial</a:t>
            </a:r>
            <a:r>
              <a:rPr lang="en-US" dirty="0"/>
              <a:t>(English/Nepali) access.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platform will host at least eight and up to twelve disease modules.</a:t>
            </a:r>
          </a:p>
          <a:p>
            <a:pPr marL="0" indent="0">
              <a:buNone/>
            </a:pPr>
            <a:r>
              <a:rPr lang="en-US" dirty="0"/>
              <a:t>This  project builds a single platform that brings several trained models together.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174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5C64-8E64-C060-293E-C27F72B0B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</a:t>
            </a:r>
            <a:r>
              <a:rPr lang="en-US" dirty="0" err="1"/>
              <a:t>SwasthyaAI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E1EB5-0DC9-5635-054D-B119B3E0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Swasthya</a:t>
            </a:r>
            <a:r>
              <a:rPr lang="en-US" dirty="0"/>
              <a:t> AI is introduced to remove following  problem of public medical model :</a:t>
            </a:r>
          </a:p>
          <a:p>
            <a:r>
              <a:rPr lang="en-US" dirty="0"/>
              <a:t>Single Data Evaluation</a:t>
            </a:r>
          </a:p>
          <a:p>
            <a:r>
              <a:rPr lang="en-US" dirty="0"/>
              <a:t>Leaky Data</a:t>
            </a:r>
          </a:p>
          <a:p>
            <a:r>
              <a:rPr lang="en-US" dirty="0"/>
              <a:t>No Single Platform</a:t>
            </a:r>
          </a:p>
          <a:p>
            <a:r>
              <a:rPr lang="en-US" dirty="0"/>
              <a:t>English Only</a:t>
            </a:r>
          </a:p>
          <a:p>
            <a:r>
              <a:rPr lang="en-US" dirty="0"/>
              <a:t>Opaque Output</a:t>
            </a:r>
          </a:p>
          <a:p>
            <a:r>
              <a:rPr lang="en-US" dirty="0"/>
              <a:t>Gap between laboratory and field </a:t>
            </a:r>
          </a:p>
          <a:p>
            <a:r>
              <a:rPr lang="en-US" dirty="0"/>
              <a:t>Accessibility </a:t>
            </a:r>
          </a:p>
          <a:p>
            <a:r>
              <a:rPr lang="en-US" dirty="0"/>
              <a:t>Limited transparency to the user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075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DED2C-38E8-DA8D-792B-1EE859BEF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DC808-E9CD-54F2-B8B3-0F2BCA2D8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Objectives</a:t>
            </a:r>
          </a:p>
          <a:p>
            <a:r>
              <a:rPr lang="en-US" dirty="0"/>
              <a:t>To design and develop an open, no-login, bilingual (English/Nepali) web platform that hosts multiple medical image screening models, each trained and evaluated on multiple public datasets, and that presents predictions together with explanations, uncertainty and measured performance.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 published work per disease  using literature table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at list two dataset per disease and clean them</a:t>
            </a:r>
          </a:p>
          <a:p>
            <a:r>
              <a:rPr lang="en-US" dirty="0"/>
              <a:t>Train and compare </a:t>
            </a:r>
            <a:r>
              <a:rPr lang="en-US" dirty="0" err="1"/>
              <a:t>ResNet</a:t>
            </a:r>
            <a:r>
              <a:rPr lang="en-US" dirty="0"/>
              <a:t>, </a:t>
            </a:r>
            <a:r>
              <a:rPr lang="en-US" dirty="0" err="1"/>
              <a:t>EfficientNet</a:t>
            </a:r>
            <a:r>
              <a:rPr lang="en-US" dirty="0"/>
              <a:t>, </a:t>
            </a:r>
            <a:r>
              <a:rPr lang="en-US" dirty="0" err="1"/>
              <a:t>ConvNeXt</a:t>
            </a:r>
            <a:r>
              <a:rPr lang="en-US" dirty="0"/>
              <a:t> and Vision Transformer models using one common pipeline</a:t>
            </a:r>
          </a:p>
          <a:p>
            <a:r>
              <a:rPr lang="en-US" dirty="0"/>
              <a:t>Evaluate every model with sensitivity, specificity, precision, F1, AUC, calibration and confidence intervals and external datasets</a:t>
            </a:r>
          </a:p>
          <a:p>
            <a:r>
              <a:rPr lang="en-US" dirty="0"/>
              <a:t>Add Grad-CAM explanations and uncertainty estimation for per module</a:t>
            </a:r>
          </a:p>
          <a:p>
            <a:endParaRPr lang="en-US" dirty="0"/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771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737C4-C651-DCFD-82B9-D09CE832C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Scopes and Limitations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362C0E-D90F-AC95-1477-304AED666C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5968" y="2686660"/>
            <a:ext cx="7440063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4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6201B-36C2-028C-D23C-D557FA33D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Pipeline</a:t>
            </a: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FB0744CF-D1A2-7C12-3760-5FB9C0A4B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6673" y="1825625"/>
            <a:ext cx="58986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779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4A031-147D-3658-B8C3-ECB0AEE79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System Requirements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E943B-A8CD-6C19-51C9-F58217AC2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Functional Requirements</a:t>
            </a:r>
          </a:p>
          <a:p>
            <a:r>
              <a:rPr lang="en-US" dirty="0"/>
              <a:t>Platform Home and Navigation</a:t>
            </a:r>
          </a:p>
          <a:p>
            <a:r>
              <a:rPr lang="en-US" dirty="0"/>
              <a:t> Image Upload and Prediction </a:t>
            </a:r>
          </a:p>
          <a:p>
            <a:r>
              <a:rPr lang="en-US" dirty="0"/>
              <a:t>Model Transparency</a:t>
            </a:r>
          </a:p>
          <a:p>
            <a:r>
              <a:rPr lang="en-US" dirty="0"/>
              <a:t>Model Management</a:t>
            </a:r>
          </a:p>
          <a:p>
            <a:r>
              <a:rPr lang="en-US" dirty="0"/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3685704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DE400-40D1-5622-CDF0-95848ACDC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65783-DF1D-AE4C-9492-0135772F4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Non-Functional Requirements</a:t>
            </a:r>
          </a:p>
          <a:p>
            <a:r>
              <a:rPr lang="en-US" dirty="0"/>
              <a:t>Prediction response time 5s or less</a:t>
            </a:r>
          </a:p>
          <a:p>
            <a:r>
              <a:rPr lang="en-US" dirty="0"/>
              <a:t>Internal-test AUC of 0.90</a:t>
            </a:r>
          </a:p>
          <a:p>
            <a:r>
              <a:rPr lang="en-US" dirty="0"/>
              <a:t>English /Nepali platform</a:t>
            </a:r>
          </a:p>
          <a:p>
            <a:r>
              <a:rPr lang="en-US" dirty="0"/>
              <a:t>Responsive</a:t>
            </a:r>
          </a:p>
          <a:p>
            <a:r>
              <a:rPr lang="en-US" dirty="0"/>
              <a:t>No storage</a:t>
            </a:r>
          </a:p>
        </p:txBody>
      </p:sp>
    </p:spTree>
    <p:extLst>
      <p:ext uri="{BB962C8B-B14F-4D97-AF65-F5344CB8AC3E}">
        <p14:creationId xmlns:p14="http://schemas.microsoft.com/office/powerpoint/2010/main" val="203132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ED644-7C09-2416-3F92-213C04C88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Disease Modules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BDD5CDA-FA3E-C4D8-F3BC-AB73F8282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D001C7-4141-5083-B5F3-849FDC514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90687"/>
            <a:ext cx="4590288" cy="4490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16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4B3F-6128-EE49-A549-1CE9B23FA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07014-596E-C343-EC05-FF9F447E0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288" y="1690688"/>
            <a:ext cx="10515600" cy="4351338"/>
          </a:xfrm>
        </p:spPr>
        <p:txBody>
          <a:bodyPr/>
          <a:lstStyle/>
          <a:p>
            <a:r>
              <a:rPr lang="en-US" dirty="0"/>
              <a:t>Backbones</a:t>
            </a:r>
          </a:p>
          <a:p>
            <a:r>
              <a:rPr lang="en-US" dirty="0"/>
              <a:t>Two-phase transfer learning</a:t>
            </a:r>
          </a:p>
          <a:p>
            <a:r>
              <a:rPr lang="en-US" dirty="0"/>
              <a:t>Augmentation</a:t>
            </a:r>
          </a:p>
          <a:p>
            <a:r>
              <a:rPr lang="en-US" dirty="0"/>
              <a:t>Handle class imbalance</a:t>
            </a:r>
          </a:p>
          <a:p>
            <a:r>
              <a:rPr lang="en-US" dirty="0"/>
              <a:t>Early stopping </a:t>
            </a:r>
          </a:p>
          <a:p>
            <a:r>
              <a:rPr lang="en-US" dirty="0"/>
              <a:t>Training runs on Kaggle notebooks</a:t>
            </a:r>
          </a:p>
        </p:txBody>
      </p:sp>
    </p:spTree>
    <p:extLst>
      <p:ext uri="{BB962C8B-B14F-4D97-AF65-F5344CB8AC3E}">
        <p14:creationId xmlns:p14="http://schemas.microsoft.com/office/powerpoint/2010/main" val="869380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FE94B-EE1E-DDA3-9331-37125BE2B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Evaluation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244BC-E311-57B8-997A-1E09A6D2F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Discrimination</a:t>
            </a:r>
          </a:p>
          <a:p>
            <a:r>
              <a:rPr lang="en-US" dirty="0"/>
              <a:t>Confidence intervals</a:t>
            </a:r>
          </a:p>
          <a:p>
            <a:r>
              <a:rPr lang="en-US" dirty="0"/>
              <a:t>Calibration</a:t>
            </a:r>
          </a:p>
          <a:p>
            <a:r>
              <a:rPr lang="en-US" dirty="0"/>
              <a:t>Internal dataset</a:t>
            </a:r>
          </a:p>
          <a:p>
            <a:r>
              <a:rPr lang="en-US" dirty="0"/>
              <a:t>External dataset</a:t>
            </a:r>
          </a:p>
          <a:p>
            <a:r>
              <a:rPr lang="en-US" dirty="0"/>
              <a:t>Multiple dataset</a:t>
            </a:r>
          </a:p>
        </p:txBody>
      </p:sp>
    </p:spTree>
    <p:extLst>
      <p:ext uri="{BB962C8B-B14F-4D97-AF65-F5344CB8AC3E}">
        <p14:creationId xmlns:p14="http://schemas.microsoft.com/office/powerpoint/2010/main" val="503392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95C7-F49D-BA95-4BF2-8B3DAA27E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CCBE2A-D501-1DF0-757A-27B9271EC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0863" y="1825625"/>
            <a:ext cx="69702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04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F1E04-ED9D-348A-BF37-12F44319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Usecase</a:t>
            </a:r>
            <a:r>
              <a:rPr lang="en-US" dirty="0"/>
              <a:t>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2197C9-E211-5C54-C6A7-7CF317C6EB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5717" y="1825625"/>
            <a:ext cx="726056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136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A3E9C-B6F6-5221-68E6-5EC724C0E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Dataflow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D700C8-1774-5626-6ACA-9060F9E07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8680" y="1690689"/>
            <a:ext cx="8459381" cy="26030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966442-3629-7416-B814-229E0747270C}"/>
              </a:ext>
            </a:extLst>
          </p:cNvPr>
          <p:cNvSpPr txBox="1"/>
          <p:nvPr/>
        </p:nvSpPr>
        <p:spPr>
          <a:xfrm flipH="1">
            <a:off x="3359425" y="4293705"/>
            <a:ext cx="430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Fig : Level 0 DFD</a:t>
            </a:r>
          </a:p>
        </p:txBody>
      </p:sp>
    </p:spTree>
    <p:extLst>
      <p:ext uri="{BB962C8B-B14F-4D97-AF65-F5344CB8AC3E}">
        <p14:creationId xmlns:p14="http://schemas.microsoft.com/office/powerpoint/2010/main" val="3880142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12D5-4866-3AB9-DEC8-322AD9BBB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9DB8B6-32AC-BD35-B3EB-B3EF70BE1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9678" y="1690688"/>
            <a:ext cx="8192643" cy="3463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334E9B-382D-F278-CCA4-7B712463DD64}"/>
              </a:ext>
            </a:extLst>
          </p:cNvPr>
          <p:cNvSpPr txBox="1"/>
          <p:nvPr/>
        </p:nvSpPr>
        <p:spPr>
          <a:xfrm>
            <a:off x="5420271" y="5385070"/>
            <a:ext cx="17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Fig:Level</a:t>
            </a:r>
            <a:r>
              <a:rPr lang="en-US" b="1" dirty="0"/>
              <a:t> 1 DFD</a:t>
            </a:r>
          </a:p>
        </p:txBody>
      </p:sp>
    </p:spTree>
    <p:extLst>
      <p:ext uri="{BB962C8B-B14F-4D97-AF65-F5344CB8AC3E}">
        <p14:creationId xmlns:p14="http://schemas.microsoft.com/office/powerpoint/2010/main" val="3414333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9383C-100B-8539-0612-6630E15E5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Ethics, Limits and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684B5-127C-7EA4-C219-FF8AC904D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Ethical Considerations</a:t>
            </a:r>
          </a:p>
          <a:p>
            <a:r>
              <a:rPr lang="en-US" sz="2400" dirty="0"/>
              <a:t>Not a diagnosis</a:t>
            </a:r>
          </a:p>
          <a:p>
            <a:r>
              <a:rPr lang="en-US" sz="2400" dirty="0"/>
              <a:t>Privacy</a:t>
            </a:r>
          </a:p>
          <a:p>
            <a:r>
              <a:rPr lang="en-US" sz="2400" dirty="0"/>
              <a:t>Data licensing</a:t>
            </a:r>
          </a:p>
          <a:p>
            <a:r>
              <a:rPr lang="en-US" sz="2400" dirty="0"/>
              <a:t>Sensitive modules</a:t>
            </a:r>
          </a:p>
          <a:p>
            <a:r>
              <a:rPr lang="en-US" sz="2400" dirty="0"/>
              <a:t> Honest reporting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162361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3243D-1800-C809-39CA-FF88AA499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44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2BE51-7600-844B-54CA-FDC87752D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788"/>
            <a:ext cx="10515600" cy="50490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Risk and Mitigations</a:t>
            </a:r>
          </a:p>
          <a:p>
            <a:r>
              <a:rPr lang="en-US" sz="2400" dirty="0"/>
              <a:t>Domain shift</a:t>
            </a:r>
          </a:p>
          <a:p>
            <a:r>
              <a:rPr lang="en-US" sz="2400" dirty="0"/>
              <a:t>Dataset leakage and duplicates</a:t>
            </a:r>
          </a:p>
          <a:p>
            <a:r>
              <a:rPr lang="en-US" sz="2400" dirty="0"/>
              <a:t>Models learn shortcuts</a:t>
            </a:r>
          </a:p>
          <a:p>
            <a:r>
              <a:rPr lang="en-US" sz="2400" dirty="0"/>
              <a:t>Over-claiming</a:t>
            </a:r>
          </a:p>
          <a:p>
            <a:r>
              <a:rPr lang="en-US" sz="2400" dirty="0"/>
              <a:t>small or poor-quality datasets</a:t>
            </a:r>
          </a:p>
          <a:p>
            <a:r>
              <a:rPr lang="en-US" sz="2400" dirty="0"/>
              <a:t>Hosting Limits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US" sz="2400" b="1" dirty="0"/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63354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F148D-60D2-4A48-5598-278E59E9A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Cost Estimation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100E71-EC1E-8A6A-1C39-AFD39B437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1126" y="2519950"/>
            <a:ext cx="8049748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4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7B5D-B019-B902-8FCE-0B6E478B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Schedule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40E7047E-E2FC-5C40-2098-F1E9AEDD91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8244" y="1825625"/>
            <a:ext cx="80955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500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9FFD0-2741-70BB-C33C-0A6F77E15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Proposed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7D12F-30DA-A058-6658-DE1C35062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Trained models disease modules with their results </a:t>
            </a:r>
          </a:p>
          <a:p>
            <a:pPr lvl="0"/>
            <a:r>
              <a:rPr lang="en-US" dirty="0"/>
              <a:t>Platform running locally and deployed online. </a:t>
            </a:r>
          </a:p>
          <a:p>
            <a:pPr lvl="0"/>
            <a:r>
              <a:rPr lang="en-US" dirty="0"/>
              <a:t>Cleaned-dataset scripts, data cards, split files and training/evaluation code </a:t>
            </a:r>
          </a:p>
          <a:p>
            <a:pPr lvl="0"/>
            <a:r>
              <a:rPr lang="en-US" dirty="0"/>
              <a:t>Internal and external results for every module.</a:t>
            </a:r>
          </a:p>
          <a:p>
            <a:pPr lvl="0"/>
            <a:r>
              <a:rPr lang="en-US" dirty="0"/>
              <a:t>multi-dataset and cross-dataset findings. </a:t>
            </a:r>
          </a:p>
          <a:p>
            <a:pPr lvl="0"/>
            <a:r>
              <a:rPr lang="en-US" dirty="0"/>
              <a:t>Bilingual user guide, presentation slides and a demo video.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603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E4071-5A39-7079-FB8E-1797B5FE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2B5E7-406C-E147-6B74-335BF7804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SwasthyaAI</a:t>
            </a:r>
            <a:r>
              <a:rPr lang="en-US" dirty="0"/>
              <a:t> proposes a practical and honest way to bring medical image AI closer to the public by combining a multi-dataset, externally validated training pipeline and a simple bilingual web </a:t>
            </a:r>
            <a:r>
              <a:rPr lang="en-US" dirty="0" err="1"/>
              <a:t>interface.It</a:t>
            </a:r>
            <a:r>
              <a:rPr lang="en-US" dirty="0"/>
              <a:t> is screening platform not a diagnosis which helps education </a:t>
            </a:r>
            <a:r>
              <a:rPr lang="en-US"/>
              <a:t>and research.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All results will be presented as screening support, with their limitations stated openly.</a:t>
            </a:r>
          </a:p>
        </p:txBody>
      </p:sp>
    </p:spTree>
    <p:extLst>
      <p:ext uri="{BB962C8B-B14F-4D97-AF65-F5344CB8AC3E}">
        <p14:creationId xmlns:p14="http://schemas.microsoft.com/office/powerpoint/2010/main" val="2475231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496</Words>
  <Application>Microsoft Office PowerPoint</Application>
  <PresentationFormat>Widescreen</PresentationFormat>
  <Paragraphs>121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Abadi</vt:lpstr>
      <vt:lpstr>Aptos Display</vt:lpstr>
      <vt:lpstr>Arial</vt:lpstr>
      <vt:lpstr>Times New Roman</vt:lpstr>
      <vt:lpstr>Wingdings</vt:lpstr>
      <vt:lpstr>Office Theme</vt:lpstr>
      <vt:lpstr>Project Proposal of SwasthyaAI</vt:lpstr>
      <vt:lpstr>Contents</vt:lpstr>
      <vt:lpstr>Introduction</vt:lpstr>
      <vt:lpstr>Why SwasthyaAI</vt:lpstr>
      <vt:lpstr>Objectives</vt:lpstr>
      <vt:lpstr>Scopes and Limitations</vt:lpstr>
      <vt:lpstr>Model Pipeline</vt:lpstr>
      <vt:lpstr>System Requirements </vt:lpstr>
      <vt:lpstr>PowerPoint Presentation</vt:lpstr>
      <vt:lpstr>Disease Modules</vt:lpstr>
      <vt:lpstr>Model Training</vt:lpstr>
      <vt:lpstr>Evaluation Strategy</vt:lpstr>
      <vt:lpstr>System Architecture</vt:lpstr>
      <vt:lpstr>Usecase Diagram</vt:lpstr>
      <vt:lpstr>Dataflow Diagram</vt:lpstr>
      <vt:lpstr>PowerPoint Presentation</vt:lpstr>
      <vt:lpstr>Ethics, Limits and Risks</vt:lpstr>
      <vt:lpstr>PowerPoint Presentation</vt:lpstr>
      <vt:lpstr>Cost Estimation</vt:lpstr>
      <vt:lpstr>Project Schedule</vt:lpstr>
      <vt:lpstr>Proposed Deliverables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Deepa Paneru</dc:creator>
  <cp:lastModifiedBy>Deepa Paneru</cp:lastModifiedBy>
  <cp:revision>1</cp:revision>
  <dcterms:created xsi:type="dcterms:W3CDTF">2026-09-21T09:10:35Z</dcterms:created>
  <dcterms:modified xsi:type="dcterms:W3CDTF">2026-09-23T05:15:18Z</dcterms:modified>
</cp:coreProperties>
</file>